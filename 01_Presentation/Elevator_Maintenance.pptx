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inzel" panose="020B0604020202020204" charset="0"/>
      <p:regular r:id="rId21"/>
    </p:embeddedFont>
    <p:embeddedFont>
      <p:font typeface="Cinzel Bold" panose="020B0604020202020204" charset="0"/>
      <p:regular r:id="rId22"/>
    </p:embeddedFont>
    <p:embeddedFont>
      <p:font typeface="Montserrat" panose="00000500000000000000" pitchFamily="2" charset="0"/>
      <p:regular r:id="rId23"/>
    </p:embeddedFont>
    <p:embeddedFont>
      <p:font typeface="Montserrat Bold" panose="020B0604020202020204" charset="0"/>
      <p:regular r:id="rId24"/>
    </p:embeddedFont>
    <p:embeddedFont>
      <p:font typeface="Montserrat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2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25955" y="649293"/>
            <a:ext cx="11960873" cy="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325957" y="9677645"/>
            <a:ext cx="12539969" cy="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399989" y="-1587665"/>
            <a:ext cx="13515019" cy="13462329"/>
            <a:chOff x="0" y="0"/>
            <a:chExt cx="4560570" cy="4542790"/>
          </a:xfrm>
        </p:grpSpPr>
        <p:sp>
          <p:nvSpPr>
            <p:cNvPr id="5" name="Freeform 5"/>
            <p:cNvSpPr/>
            <p:nvPr/>
          </p:nvSpPr>
          <p:spPr>
            <a:xfrm>
              <a:off x="-84" y="-84"/>
              <a:ext cx="4560739" cy="4542958"/>
            </a:xfrm>
            <a:custGeom>
              <a:avLst/>
              <a:gdLst/>
              <a:ahLst/>
              <a:cxnLst/>
              <a:rect l="l" t="t" r="r" b="b"/>
              <a:pathLst>
                <a:path w="4560739" h="4542958">
                  <a:moveTo>
                    <a:pt x="25484" y="1671404"/>
                  </a:moveTo>
                  <a:cubicBezTo>
                    <a:pt x="25484" y="1380574"/>
                    <a:pt x="259164" y="1134194"/>
                    <a:pt x="549994" y="1134194"/>
                  </a:cubicBezTo>
                  <a:cubicBezTo>
                    <a:pt x="882734" y="1136734"/>
                    <a:pt x="1155784" y="868764"/>
                    <a:pt x="1158324" y="536024"/>
                  </a:cubicBezTo>
                  <a:cubicBezTo>
                    <a:pt x="1158324" y="532214"/>
                    <a:pt x="1158324" y="527134"/>
                    <a:pt x="1158324" y="523324"/>
                  </a:cubicBezTo>
                  <a:cubicBezTo>
                    <a:pt x="1157054" y="238844"/>
                    <a:pt x="1403434" y="5164"/>
                    <a:pt x="1689184" y="84"/>
                  </a:cubicBezTo>
                  <a:cubicBezTo>
                    <a:pt x="1974934" y="-4996"/>
                    <a:pt x="2223854" y="221064"/>
                    <a:pt x="2240364" y="506814"/>
                  </a:cubicBezTo>
                  <a:cubicBezTo>
                    <a:pt x="2256874" y="792564"/>
                    <a:pt x="2047324" y="1049104"/>
                    <a:pt x="1764114" y="1080854"/>
                  </a:cubicBezTo>
                  <a:cubicBezTo>
                    <a:pt x="1706964" y="1087204"/>
                    <a:pt x="1648544" y="1084664"/>
                    <a:pt x="1592664" y="1094824"/>
                  </a:cubicBezTo>
                  <a:cubicBezTo>
                    <a:pt x="1287864" y="1151974"/>
                    <a:pt x="1087204" y="1419944"/>
                    <a:pt x="1112604" y="1731094"/>
                  </a:cubicBezTo>
                  <a:cubicBezTo>
                    <a:pt x="1138004" y="2042244"/>
                    <a:pt x="1386924" y="2254334"/>
                    <a:pt x="1691724" y="2261954"/>
                  </a:cubicBezTo>
                  <a:cubicBezTo>
                    <a:pt x="2027004" y="2269574"/>
                    <a:pt x="2269574" y="2533734"/>
                    <a:pt x="2239094" y="2858854"/>
                  </a:cubicBezTo>
                  <a:cubicBezTo>
                    <a:pt x="2213694" y="3139524"/>
                    <a:pt x="1964774" y="3356694"/>
                    <a:pt x="1680294" y="3346534"/>
                  </a:cubicBezTo>
                  <a:cubicBezTo>
                    <a:pt x="1395814" y="3336374"/>
                    <a:pt x="1157054" y="3102694"/>
                    <a:pt x="1158324" y="2820754"/>
                  </a:cubicBezTo>
                  <a:cubicBezTo>
                    <a:pt x="1160864" y="2488014"/>
                    <a:pt x="892894" y="2214964"/>
                    <a:pt x="560154" y="2212424"/>
                  </a:cubicBezTo>
                  <a:cubicBezTo>
                    <a:pt x="557614" y="2212424"/>
                    <a:pt x="555074" y="2212424"/>
                    <a:pt x="552534" y="2212424"/>
                  </a:cubicBezTo>
                  <a:cubicBezTo>
                    <a:pt x="257894" y="2213694"/>
                    <a:pt x="25484" y="1966044"/>
                    <a:pt x="25484" y="1671404"/>
                  </a:cubicBezTo>
                  <a:close/>
                  <a:moveTo>
                    <a:pt x="2875364" y="84"/>
                  </a:moveTo>
                  <a:cubicBezTo>
                    <a:pt x="3167464" y="84"/>
                    <a:pt x="3413844" y="233764"/>
                    <a:pt x="3413844" y="524594"/>
                  </a:cubicBezTo>
                  <a:cubicBezTo>
                    <a:pt x="3413844" y="877654"/>
                    <a:pt x="3709754" y="1135464"/>
                    <a:pt x="4037414" y="1132924"/>
                  </a:cubicBezTo>
                  <a:cubicBezTo>
                    <a:pt x="4321894" y="1131654"/>
                    <a:pt x="4555574" y="1378034"/>
                    <a:pt x="4560654" y="1663784"/>
                  </a:cubicBezTo>
                  <a:cubicBezTo>
                    <a:pt x="4565734" y="1953344"/>
                    <a:pt x="4342214" y="2195914"/>
                    <a:pt x="4052654" y="2214964"/>
                  </a:cubicBezTo>
                  <a:cubicBezTo>
                    <a:pt x="3765634" y="2232744"/>
                    <a:pt x="3511634" y="2021924"/>
                    <a:pt x="3479884" y="1738714"/>
                  </a:cubicBezTo>
                  <a:cubicBezTo>
                    <a:pt x="3473534" y="1681564"/>
                    <a:pt x="3476074" y="1623144"/>
                    <a:pt x="3464644" y="1567264"/>
                  </a:cubicBezTo>
                  <a:cubicBezTo>
                    <a:pt x="3407494" y="1262464"/>
                    <a:pt x="3128094" y="1061804"/>
                    <a:pt x="2815674" y="1087204"/>
                  </a:cubicBezTo>
                  <a:cubicBezTo>
                    <a:pt x="2523574" y="1111334"/>
                    <a:pt x="2293704" y="1361524"/>
                    <a:pt x="2286084" y="1666324"/>
                  </a:cubicBezTo>
                  <a:cubicBezTo>
                    <a:pt x="2278464" y="2001604"/>
                    <a:pt x="2013034" y="2244174"/>
                    <a:pt x="1689184" y="2213694"/>
                  </a:cubicBezTo>
                  <a:cubicBezTo>
                    <a:pt x="1408514" y="2188294"/>
                    <a:pt x="1191344" y="1939374"/>
                    <a:pt x="1201504" y="1654894"/>
                  </a:cubicBezTo>
                  <a:cubicBezTo>
                    <a:pt x="1211664" y="1370414"/>
                    <a:pt x="1445344" y="1131654"/>
                    <a:pt x="1726014" y="1132924"/>
                  </a:cubicBezTo>
                  <a:cubicBezTo>
                    <a:pt x="2058754" y="1136734"/>
                    <a:pt x="2330534" y="870034"/>
                    <a:pt x="2334344" y="537294"/>
                  </a:cubicBezTo>
                  <a:cubicBezTo>
                    <a:pt x="2334344" y="533484"/>
                    <a:pt x="2334344" y="530944"/>
                    <a:pt x="2334344" y="527134"/>
                  </a:cubicBezTo>
                  <a:cubicBezTo>
                    <a:pt x="2333074" y="232494"/>
                    <a:pt x="2580724" y="84"/>
                    <a:pt x="2875364" y="84"/>
                  </a:cubicBezTo>
                  <a:close/>
                  <a:moveTo>
                    <a:pt x="4547954" y="2858854"/>
                  </a:moveTo>
                  <a:cubicBezTo>
                    <a:pt x="4547954" y="3149684"/>
                    <a:pt x="4314274" y="3396064"/>
                    <a:pt x="4023444" y="3396064"/>
                  </a:cubicBezTo>
                  <a:cubicBezTo>
                    <a:pt x="3669114" y="3396064"/>
                    <a:pt x="3412574" y="3691974"/>
                    <a:pt x="3413844" y="4019634"/>
                  </a:cubicBezTo>
                  <a:cubicBezTo>
                    <a:pt x="3416384" y="4304114"/>
                    <a:pt x="3170004" y="4537794"/>
                    <a:pt x="2884254" y="4542874"/>
                  </a:cubicBezTo>
                  <a:cubicBezTo>
                    <a:pt x="2598504" y="4547954"/>
                    <a:pt x="2349584" y="4321894"/>
                    <a:pt x="2331804" y="4036144"/>
                  </a:cubicBezTo>
                  <a:cubicBezTo>
                    <a:pt x="2314024" y="3750394"/>
                    <a:pt x="2526114" y="3493854"/>
                    <a:pt x="2809324" y="3462104"/>
                  </a:cubicBezTo>
                  <a:cubicBezTo>
                    <a:pt x="2866474" y="3455754"/>
                    <a:pt x="2924894" y="3458294"/>
                    <a:pt x="2980774" y="3448134"/>
                  </a:cubicBezTo>
                  <a:cubicBezTo>
                    <a:pt x="3285574" y="3390984"/>
                    <a:pt x="3486234" y="3110314"/>
                    <a:pt x="3460834" y="2797894"/>
                  </a:cubicBezTo>
                  <a:cubicBezTo>
                    <a:pt x="3436704" y="2505794"/>
                    <a:pt x="3186514" y="2250524"/>
                    <a:pt x="2881714" y="2242904"/>
                  </a:cubicBezTo>
                  <a:cubicBezTo>
                    <a:pt x="2546434" y="2235284"/>
                    <a:pt x="2316564" y="1969854"/>
                    <a:pt x="2345774" y="1646004"/>
                  </a:cubicBezTo>
                  <a:cubicBezTo>
                    <a:pt x="2372444" y="1365334"/>
                    <a:pt x="2608664" y="1148164"/>
                    <a:pt x="2893144" y="1158324"/>
                  </a:cubicBezTo>
                  <a:cubicBezTo>
                    <a:pt x="3176354" y="1168484"/>
                    <a:pt x="3402414" y="1400894"/>
                    <a:pt x="3402414" y="1684104"/>
                  </a:cubicBezTo>
                  <a:cubicBezTo>
                    <a:pt x="3401144" y="2030814"/>
                    <a:pt x="3693244" y="2317834"/>
                    <a:pt x="4020904" y="2316564"/>
                  </a:cubicBezTo>
                  <a:cubicBezTo>
                    <a:pt x="4315544" y="2316564"/>
                    <a:pt x="4547954" y="2564214"/>
                    <a:pt x="4547954" y="2858854"/>
                  </a:cubicBezTo>
                  <a:close/>
                  <a:moveTo>
                    <a:pt x="1696804" y="4530174"/>
                  </a:moveTo>
                  <a:cubicBezTo>
                    <a:pt x="1405974" y="4530174"/>
                    <a:pt x="1159594" y="4296494"/>
                    <a:pt x="1159594" y="4005664"/>
                  </a:cubicBezTo>
                  <a:cubicBezTo>
                    <a:pt x="1159594" y="3652604"/>
                    <a:pt x="850984" y="3394794"/>
                    <a:pt x="523324" y="3397334"/>
                  </a:cubicBezTo>
                  <a:cubicBezTo>
                    <a:pt x="238844" y="3398604"/>
                    <a:pt x="5164" y="3152224"/>
                    <a:pt x="84" y="2866474"/>
                  </a:cubicBezTo>
                  <a:cubicBezTo>
                    <a:pt x="-4996" y="2580724"/>
                    <a:pt x="221064" y="2331804"/>
                    <a:pt x="506814" y="2314024"/>
                  </a:cubicBezTo>
                  <a:cubicBezTo>
                    <a:pt x="792564" y="2296244"/>
                    <a:pt x="1049104" y="2508334"/>
                    <a:pt x="1080854" y="2791544"/>
                  </a:cubicBezTo>
                  <a:cubicBezTo>
                    <a:pt x="1087204" y="2848694"/>
                    <a:pt x="1084664" y="2907114"/>
                    <a:pt x="1094824" y="2962994"/>
                  </a:cubicBezTo>
                  <a:cubicBezTo>
                    <a:pt x="1151974" y="3267794"/>
                    <a:pt x="1445344" y="3468454"/>
                    <a:pt x="1756494" y="3443054"/>
                  </a:cubicBezTo>
                  <a:cubicBezTo>
                    <a:pt x="2067644" y="3417654"/>
                    <a:pt x="2292434" y="3168734"/>
                    <a:pt x="2300054" y="2863934"/>
                  </a:cubicBezTo>
                  <a:cubicBezTo>
                    <a:pt x="2307674" y="2528654"/>
                    <a:pt x="2571834" y="2286084"/>
                    <a:pt x="2896954" y="2316564"/>
                  </a:cubicBezTo>
                  <a:cubicBezTo>
                    <a:pt x="3177624" y="2341964"/>
                    <a:pt x="3394794" y="2590884"/>
                    <a:pt x="3384634" y="2875364"/>
                  </a:cubicBezTo>
                  <a:cubicBezTo>
                    <a:pt x="3374474" y="3159843"/>
                    <a:pt x="3140794" y="3398604"/>
                    <a:pt x="2858854" y="3397334"/>
                  </a:cubicBezTo>
                  <a:cubicBezTo>
                    <a:pt x="2512144" y="3396064"/>
                    <a:pt x="2237824" y="3675464"/>
                    <a:pt x="2239094" y="4003124"/>
                  </a:cubicBezTo>
                  <a:cubicBezTo>
                    <a:pt x="2239094" y="4297764"/>
                    <a:pt x="1991444" y="4530174"/>
                    <a:pt x="1696804" y="4530174"/>
                  </a:cubicBezTo>
                  <a:close/>
                </a:path>
              </a:pathLst>
            </a:custGeom>
            <a:blipFill>
              <a:blip r:embed="rId2"/>
              <a:stretch>
                <a:fillRect l="-24763" r="-24763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6" name="Freeform 6"/>
          <p:cNvSpPr/>
          <p:nvPr/>
        </p:nvSpPr>
        <p:spPr>
          <a:xfrm>
            <a:off x="4422721" y="8292385"/>
            <a:ext cx="550742" cy="550742"/>
          </a:xfrm>
          <a:custGeom>
            <a:avLst/>
            <a:gdLst/>
            <a:ahLst/>
            <a:cxnLst/>
            <a:rect l="l" t="t" r="r" b="b"/>
            <a:pathLst>
              <a:path w="550742" h="550742">
                <a:moveTo>
                  <a:pt x="0" y="0"/>
                </a:moveTo>
                <a:lnTo>
                  <a:pt x="550743" y="0"/>
                </a:lnTo>
                <a:lnTo>
                  <a:pt x="550743" y="550743"/>
                </a:lnTo>
                <a:lnTo>
                  <a:pt x="0" y="550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3004592" y="8227070"/>
            <a:ext cx="636752" cy="616057"/>
          </a:xfrm>
          <a:custGeom>
            <a:avLst/>
            <a:gdLst/>
            <a:ahLst/>
            <a:cxnLst/>
            <a:rect l="l" t="t" r="r" b="b"/>
            <a:pathLst>
              <a:path w="636752" h="616057">
                <a:moveTo>
                  <a:pt x="0" y="0"/>
                </a:moveTo>
                <a:lnTo>
                  <a:pt x="636752" y="0"/>
                </a:lnTo>
                <a:lnTo>
                  <a:pt x="636752" y="616058"/>
                </a:lnTo>
                <a:lnTo>
                  <a:pt x="0" y="6160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1691060" y="8292385"/>
            <a:ext cx="532155" cy="550742"/>
          </a:xfrm>
          <a:custGeom>
            <a:avLst/>
            <a:gdLst/>
            <a:ahLst/>
            <a:cxnLst/>
            <a:rect l="l" t="t" r="r" b="b"/>
            <a:pathLst>
              <a:path w="532155" h="550742">
                <a:moveTo>
                  <a:pt x="0" y="0"/>
                </a:moveTo>
                <a:lnTo>
                  <a:pt x="532155" y="0"/>
                </a:lnTo>
                <a:lnTo>
                  <a:pt x="532155" y="550743"/>
                </a:lnTo>
                <a:lnTo>
                  <a:pt x="0" y="5507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5754841" y="8227070"/>
            <a:ext cx="616057" cy="616057"/>
          </a:xfrm>
          <a:custGeom>
            <a:avLst/>
            <a:gdLst/>
            <a:ahLst/>
            <a:cxnLst/>
            <a:rect l="l" t="t" r="r" b="b"/>
            <a:pathLst>
              <a:path w="616057" h="616057">
                <a:moveTo>
                  <a:pt x="0" y="0"/>
                </a:moveTo>
                <a:lnTo>
                  <a:pt x="616057" y="0"/>
                </a:lnTo>
                <a:lnTo>
                  <a:pt x="616057" y="616058"/>
                </a:lnTo>
                <a:lnTo>
                  <a:pt x="0" y="6160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152276" y="8355282"/>
            <a:ext cx="487846" cy="487846"/>
          </a:xfrm>
          <a:custGeom>
            <a:avLst/>
            <a:gdLst/>
            <a:ahLst/>
            <a:cxnLst/>
            <a:rect l="l" t="t" r="r" b="b"/>
            <a:pathLst>
              <a:path w="487846" h="487846">
                <a:moveTo>
                  <a:pt x="0" y="0"/>
                </a:moveTo>
                <a:lnTo>
                  <a:pt x="487845" y="0"/>
                </a:lnTo>
                <a:lnTo>
                  <a:pt x="487845" y="487846"/>
                </a:lnTo>
                <a:lnTo>
                  <a:pt x="0" y="487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2003709" y="1373414"/>
            <a:ext cx="5323764" cy="2042512"/>
          </a:xfrm>
          <a:custGeom>
            <a:avLst/>
            <a:gdLst/>
            <a:ahLst/>
            <a:cxnLst/>
            <a:rect l="l" t="t" r="r" b="b"/>
            <a:pathLst>
              <a:path w="5323764" h="2042512">
                <a:moveTo>
                  <a:pt x="0" y="0"/>
                </a:moveTo>
                <a:lnTo>
                  <a:pt x="5323763" y="0"/>
                </a:lnTo>
                <a:lnTo>
                  <a:pt x="5323763" y="2042513"/>
                </a:lnTo>
                <a:lnTo>
                  <a:pt x="0" y="2042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79946" y="3761183"/>
            <a:ext cx="7371289" cy="804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8"/>
              </a:lnSpc>
            </a:pPr>
            <a:r>
              <a:rPr lang="en-US" sz="5371">
                <a:solidFill>
                  <a:srgbClr val="071964"/>
                </a:solidFill>
                <a:latin typeface="Cinzel"/>
                <a:ea typeface="Cinzel"/>
                <a:cs typeface="Cinzel"/>
                <a:sym typeface="Cinzel"/>
              </a:rPr>
              <a:t>MAINTENANCE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4323" y="5105400"/>
            <a:ext cx="7322535" cy="221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MIGUEL RESTREPO CARRASQUILLA</a:t>
            </a:r>
          </a:p>
          <a:p>
            <a:pPr algn="ctr">
              <a:lnSpc>
                <a:spcPts val="2940"/>
              </a:lnSpc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SAMUEL TAMAYO</a:t>
            </a:r>
          </a:p>
          <a:p>
            <a:pPr algn="ctr">
              <a:lnSpc>
                <a:spcPts val="2940"/>
              </a:lnSpc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DAVID ZULUAGA HENAO</a:t>
            </a:r>
          </a:p>
          <a:p>
            <a:pPr algn="ctr">
              <a:lnSpc>
                <a:spcPts val="2940"/>
              </a:lnSpc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SANTIAGO QUINTERO ALVAREZ</a:t>
            </a:r>
          </a:p>
          <a:p>
            <a:pPr algn="ctr">
              <a:lnSpc>
                <a:spcPts val="2940"/>
              </a:lnSpc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DANILO OCAMPO VÉLEZ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TOMAS ARROYAVE LOAIZA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849559" y="-711959"/>
            <a:ext cx="8831326" cy="11886457"/>
            <a:chOff x="0" y="0"/>
            <a:chExt cx="3928110" cy="5287010"/>
          </a:xfrm>
        </p:grpSpPr>
        <p:sp>
          <p:nvSpPr>
            <p:cNvPr id="3" name="Freeform 3"/>
            <p:cNvSpPr/>
            <p:nvPr/>
          </p:nvSpPr>
          <p:spPr>
            <a:xfrm>
              <a:off x="-112" y="-260"/>
              <a:ext cx="3929530" cy="5287274"/>
            </a:xfrm>
            <a:custGeom>
              <a:avLst/>
              <a:gdLst/>
              <a:ahLst/>
              <a:cxnLst/>
              <a:rect l="l" t="t" r="r" b="b"/>
              <a:pathLst>
                <a:path w="3929530" h="5287274">
                  <a:moveTo>
                    <a:pt x="1963532" y="2602490"/>
                  </a:moveTo>
                  <a:cubicBezTo>
                    <a:pt x="1620632" y="2602490"/>
                    <a:pt x="1332342" y="2328170"/>
                    <a:pt x="1331072" y="1986540"/>
                  </a:cubicBezTo>
                  <a:cubicBezTo>
                    <a:pt x="1331072" y="1571250"/>
                    <a:pt x="999602" y="1270260"/>
                    <a:pt x="614792" y="1271530"/>
                  </a:cubicBezTo>
                  <a:cubicBezTo>
                    <a:pt x="280782" y="1274070"/>
                    <a:pt x="6462" y="984510"/>
                    <a:pt x="112" y="649230"/>
                  </a:cubicBezTo>
                  <a:cubicBezTo>
                    <a:pt x="-6238" y="313950"/>
                    <a:pt x="259192" y="21850"/>
                    <a:pt x="595742" y="1530"/>
                  </a:cubicBezTo>
                  <a:cubicBezTo>
                    <a:pt x="932292" y="-18790"/>
                    <a:pt x="1232012" y="228860"/>
                    <a:pt x="1268842" y="561600"/>
                  </a:cubicBezTo>
                  <a:cubicBezTo>
                    <a:pt x="1276462" y="628910"/>
                    <a:pt x="1273922" y="697490"/>
                    <a:pt x="1286622" y="763530"/>
                  </a:cubicBezTo>
                  <a:cubicBezTo>
                    <a:pt x="1352662" y="1120400"/>
                    <a:pt x="1667622" y="1355350"/>
                    <a:pt x="2033382" y="1326140"/>
                  </a:cubicBezTo>
                  <a:cubicBezTo>
                    <a:pt x="2377552" y="1298200"/>
                    <a:pt x="2646792" y="1003560"/>
                    <a:pt x="2655682" y="646690"/>
                  </a:cubicBezTo>
                  <a:cubicBezTo>
                    <a:pt x="2664572" y="252990"/>
                    <a:pt x="2975722" y="-31490"/>
                    <a:pt x="3355452" y="2800"/>
                  </a:cubicBezTo>
                  <a:cubicBezTo>
                    <a:pt x="3685652" y="33280"/>
                    <a:pt x="3940922" y="326650"/>
                    <a:pt x="3928222" y="659390"/>
                  </a:cubicBezTo>
                  <a:cubicBezTo>
                    <a:pt x="3915522" y="992130"/>
                    <a:pt x="3642472" y="1274070"/>
                    <a:pt x="3312272" y="1272800"/>
                  </a:cubicBezTo>
                  <a:cubicBezTo>
                    <a:pt x="2922382" y="1268990"/>
                    <a:pt x="2602342" y="1581410"/>
                    <a:pt x="2598532" y="1971300"/>
                  </a:cubicBezTo>
                  <a:cubicBezTo>
                    <a:pt x="2598532" y="1975110"/>
                    <a:pt x="2598532" y="1978920"/>
                    <a:pt x="2598532" y="1982730"/>
                  </a:cubicBezTo>
                  <a:cubicBezTo>
                    <a:pt x="2599802" y="2329440"/>
                    <a:pt x="2308972" y="2602490"/>
                    <a:pt x="1963532" y="2602490"/>
                  </a:cubicBezTo>
                  <a:close/>
                  <a:moveTo>
                    <a:pt x="1960992" y="260"/>
                  </a:moveTo>
                  <a:cubicBezTo>
                    <a:pt x="2303892" y="-2280"/>
                    <a:pt x="2587102" y="274580"/>
                    <a:pt x="2589642" y="614940"/>
                  </a:cubicBezTo>
                  <a:cubicBezTo>
                    <a:pt x="2593452" y="960380"/>
                    <a:pt x="2315322" y="1244860"/>
                    <a:pt x="1969882" y="1248670"/>
                  </a:cubicBezTo>
                  <a:cubicBezTo>
                    <a:pt x="1626982" y="1252480"/>
                    <a:pt x="1341232" y="969270"/>
                    <a:pt x="1339962" y="623830"/>
                  </a:cubicBezTo>
                  <a:cubicBezTo>
                    <a:pt x="1338692" y="278390"/>
                    <a:pt x="1619362" y="2800"/>
                    <a:pt x="1960992" y="260"/>
                  </a:cubicBezTo>
                  <a:close/>
                  <a:moveTo>
                    <a:pt x="3300842" y="1354080"/>
                  </a:moveTo>
                  <a:cubicBezTo>
                    <a:pt x="3643742" y="1351540"/>
                    <a:pt x="3926952" y="1628400"/>
                    <a:pt x="3929492" y="1968760"/>
                  </a:cubicBezTo>
                  <a:cubicBezTo>
                    <a:pt x="3933302" y="2314200"/>
                    <a:pt x="3655172" y="2598680"/>
                    <a:pt x="3309732" y="2602490"/>
                  </a:cubicBezTo>
                  <a:cubicBezTo>
                    <a:pt x="2966832" y="2606300"/>
                    <a:pt x="2681082" y="2323090"/>
                    <a:pt x="2679812" y="1977650"/>
                  </a:cubicBezTo>
                  <a:cubicBezTo>
                    <a:pt x="2678542" y="1632210"/>
                    <a:pt x="2959212" y="1355350"/>
                    <a:pt x="3300842" y="1354080"/>
                  </a:cubicBezTo>
                  <a:close/>
                  <a:moveTo>
                    <a:pt x="621142" y="1354080"/>
                  </a:moveTo>
                  <a:cubicBezTo>
                    <a:pt x="964042" y="1351540"/>
                    <a:pt x="1247252" y="1628400"/>
                    <a:pt x="1249792" y="1968760"/>
                  </a:cubicBezTo>
                  <a:cubicBezTo>
                    <a:pt x="1253602" y="2314200"/>
                    <a:pt x="975472" y="2598680"/>
                    <a:pt x="630032" y="2602490"/>
                  </a:cubicBezTo>
                  <a:cubicBezTo>
                    <a:pt x="287132" y="2606300"/>
                    <a:pt x="2652" y="2323090"/>
                    <a:pt x="112" y="1977650"/>
                  </a:cubicBezTo>
                  <a:cubicBezTo>
                    <a:pt x="-2428" y="1632210"/>
                    <a:pt x="279512" y="1355350"/>
                    <a:pt x="621142" y="1354080"/>
                  </a:cubicBezTo>
                  <a:close/>
                  <a:moveTo>
                    <a:pt x="1963532" y="2685040"/>
                  </a:moveTo>
                  <a:cubicBezTo>
                    <a:pt x="1620632" y="2685040"/>
                    <a:pt x="1332342" y="2958090"/>
                    <a:pt x="1331072" y="3300990"/>
                  </a:cubicBezTo>
                  <a:cubicBezTo>
                    <a:pt x="1334882" y="3692150"/>
                    <a:pt x="1021192" y="4010920"/>
                    <a:pt x="630032" y="4014730"/>
                  </a:cubicBezTo>
                  <a:cubicBezTo>
                    <a:pt x="624952" y="4014730"/>
                    <a:pt x="619872" y="4014730"/>
                    <a:pt x="614792" y="4014730"/>
                  </a:cubicBezTo>
                  <a:cubicBezTo>
                    <a:pt x="280782" y="4013460"/>
                    <a:pt x="6462" y="4301750"/>
                    <a:pt x="112" y="4637030"/>
                  </a:cubicBezTo>
                  <a:cubicBezTo>
                    <a:pt x="-6238" y="4972310"/>
                    <a:pt x="259192" y="5265680"/>
                    <a:pt x="595742" y="5284730"/>
                  </a:cubicBezTo>
                  <a:cubicBezTo>
                    <a:pt x="932292" y="5303780"/>
                    <a:pt x="1232012" y="5058670"/>
                    <a:pt x="1268842" y="4725930"/>
                  </a:cubicBezTo>
                  <a:cubicBezTo>
                    <a:pt x="1276462" y="4658620"/>
                    <a:pt x="1273922" y="4590040"/>
                    <a:pt x="1286622" y="4524000"/>
                  </a:cubicBezTo>
                  <a:cubicBezTo>
                    <a:pt x="1352662" y="4167130"/>
                    <a:pt x="1667622" y="3930910"/>
                    <a:pt x="2033382" y="3961390"/>
                  </a:cubicBezTo>
                  <a:cubicBezTo>
                    <a:pt x="2377552" y="3988060"/>
                    <a:pt x="2646792" y="4282700"/>
                    <a:pt x="2655682" y="4640840"/>
                  </a:cubicBezTo>
                  <a:cubicBezTo>
                    <a:pt x="2664572" y="5034540"/>
                    <a:pt x="2975722" y="5319020"/>
                    <a:pt x="3355452" y="5283460"/>
                  </a:cubicBezTo>
                  <a:cubicBezTo>
                    <a:pt x="3685652" y="5252980"/>
                    <a:pt x="3940922" y="4960880"/>
                    <a:pt x="3928222" y="4628140"/>
                  </a:cubicBezTo>
                  <a:cubicBezTo>
                    <a:pt x="3915522" y="4295400"/>
                    <a:pt x="3642472" y="4013460"/>
                    <a:pt x="3312272" y="4014730"/>
                  </a:cubicBezTo>
                  <a:cubicBezTo>
                    <a:pt x="2921112" y="4018540"/>
                    <a:pt x="2602342" y="3704851"/>
                    <a:pt x="2598532" y="3313690"/>
                  </a:cubicBezTo>
                  <a:cubicBezTo>
                    <a:pt x="2598532" y="3309880"/>
                    <a:pt x="2598532" y="3307340"/>
                    <a:pt x="2598532" y="3303530"/>
                  </a:cubicBezTo>
                  <a:cubicBezTo>
                    <a:pt x="2599802" y="2958090"/>
                    <a:pt x="2308972" y="2685040"/>
                    <a:pt x="1963532" y="2685040"/>
                  </a:cubicBezTo>
                  <a:close/>
                  <a:moveTo>
                    <a:pt x="1960992" y="5287270"/>
                  </a:moveTo>
                  <a:cubicBezTo>
                    <a:pt x="2303892" y="5288540"/>
                    <a:pt x="2587102" y="5011680"/>
                    <a:pt x="2589642" y="4671320"/>
                  </a:cubicBezTo>
                  <a:cubicBezTo>
                    <a:pt x="2592182" y="4325880"/>
                    <a:pt x="2314052" y="4043940"/>
                    <a:pt x="1969882" y="4042670"/>
                  </a:cubicBezTo>
                  <a:cubicBezTo>
                    <a:pt x="1624442" y="4040130"/>
                    <a:pt x="1342502" y="4318260"/>
                    <a:pt x="1339962" y="4662430"/>
                  </a:cubicBezTo>
                  <a:cubicBezTo>
                    <a:pt x="1338692" y="5002790"/>
                    <a:pt x="1619362" y="5284730"/>
                    <a:pt x="1960992" y="5287270"/>
                  </a:cubicBezTo>
                  <a:close/>
                  <a:moveTo>
                    <a:pt x="3300842" y="3933450"/>
                  </a:moveTo>
                  <a:cubicBezTo>
                    <a:pt x="3643742" y="3935990"/>
                    <a:pt x="3926952" y="3659130"/>
                    <a:pt x="3929492" y="3318770"/>
                  </a:cubicBezTo>
                  <a:cubicBezTo>
                    <a:pt x="3933302" y="2973330"/>
                    <a:pt x="3655172" y="2688850"/>
                    <a:pt x="3309732" y="2685040"/>
                  </a:cubicBezTo>
                  <a:cubicBezTo>
                    <a:pt x="2966832" y="2681230"/>
                    <a:pt x="2681082" y="2964440"/>
                    <a:pt x="2679812" y="3309880"/>
                  </a:cubicBezTo>
                  <a:cubicBezTo>
                    <a:pt x="2678542" y="3655321"/>
                    <a:pt x="2959212" y="3930910"/>
                    <a:pt x="3300842" y="3933450"/>
                  </a:cubicBezTo>
                  <a:close/>
                  <a:moveTo>
                    <a:pt x="621142" y="3933450"/>
                  </a:moveTo>
                  <a:cubicBezTo>
                    <a:pt x="964042" y="3935990"/>
                    <a:pt x="1247252" y="3659130"/>
                    <a:pt x="1249792" y="3318770"/>
                  </a:cubicBezTo>
                  <a:cubicBezTo>
                    <a:pt x="1253602" y="2973330"/>
                    <a:pt x="975472" y="2688850"/>
                    <a:pt x="630032" y="2685040"/>
                  </a:cubicBezTo>
                  <a:cubicBezTo>
                    <a:pt x="287132" y="2681230"/>
                    <a:pt x="2652" y="2964440"/>
                    <a:pt x="112" y="3309880"/>
                  </a:cubicBezTo>
                  <a:cubicBezTo>
                    <a:pt x="-2428" y="3655321"/>
                    <a:pt x="279512" y="3930910"/>
                    <a:pt x="621142" y="3933450"/>
                  </a:cubicBezTo>
                  <a:close/>
                </a:path>
              </a:pathLst>
            </a:custGeom>
            <a:blipFill>
              <a:blip r:embed="rId2"/>
              <a:stretch>
                <a:fillRect l="-50788" r="-50788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4" name="AutoShape 4"/>
          <p:cNvSpPr/>
          <p:nvPr/>
        </p:nvSpPr>
        <p:spPr>
          <a:xfrm>
            <a:off x="17264062" y="-332623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dirty="0"/>
          </a:p>
        </p:txBody>
      </p:sp>
      <p:sp>
        <p:nvSpPr>
          <p:cNvPr id="5" name="Freeform 5"/>
          <p:cNvSpPr/>
          <p:nvPr/>
        </p:nvSpPr>
        <p:spPr>
          <a:xfrm>
            <a:off x="15199014" y="875108"/>
            <a:ext cx="1611931" cy="618433"/>
          </a:xfrm>
          <a:custGeom>
            <a:avLst/>
            <a:gdLst/>
            <a:ahLst/>
            <a:cxnLst/>
            <a:rect l="l" t="t" r="r" b="b"/>
            <a:pathLst>
              <a:path w="1611931" h="618433">
                <a:moveTo>
                  <a:pt x="0" y="0"/>
                </a:moveTo>
                <a:lnTo>
                  <a:pt x="1611931" y="0"/>
                </a:lnTo>
                <a:lnTo>
                  <a:pt x="1611931" y="618433"/>
                </a:lnTo>
                <a:lnTo>
                  <a:pt x="0" y="618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8693784" y="3922822"/>
            <a:ext cx="8329173" cy="181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2"/>
              </a:lnSpc>
            </a:pPr>
            <a:r>
              <a:rPr lang="en-US" sz="6069">
                <a:solidFill>
                  <a:srgbClr val="071964"/>
                </a:solidFill>
                <a:latin typeface="Cinzel"/>
                <a:ea typeface="Cinzel"/>
                <a:cs typeface="Cinzel"/>
                <a:sym typeface="Cinzel"/>
              </a:rPr>
              <a:t>UNIVERSITY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21329" y="5957077"/>
            <a:ext cx="8274084" cy="41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22"/>
              </a:lnSpc>
              <a:spcBef>
                <a:spcPct val="0"/>
              </a:spcBef>
            </a:pPr>
            <a:r>
              <a:rPr lang="en-US" sz="2372" i="1" spc="144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ELEVATORS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849559" y="-711959"/>
            <a:ext cx="8831326" cy="11886457"/>
            <a:chOff x="0" y="0"/>
            <a:chExt cx="3928110" cy="5287010"/>
          </a:xfrm>
        </p:grpSpPr>
        <p:sp>
          <p:nvSpPr>
            <p:cNvPr id="3" name="Freeform 3"/>
            <p:cNvSpPr/>
            <p:nvPr/>
          </p:nvSpPr>
          <p:spPr>
            <a:xfrm>
              <a:off x="-112" y="-260"/>
              <a:ext cx="3929530" cy="5287274"/>
            </a:xfrm>
            <a:custGeom>
              <a:avLst/>
              <a:gdLst/>
              <a:ahLst/>
              <a:cxnLst/>
              <a:rect l="l" t="t" r="r" b="b"/>
              <a:pathLst>
                <a:path w="3929530" h="5287274">
                  <a:moveTo>
                    <a:pt x="1963532" y="2602490"/>
                  </a:moveTo>
                  <a:cubicBezTo>
                    <a:pt x="1620632" y="2602490"/>
                    <a:pt x="1332342" y="2328170"/>
                    <a:pt x="1331072" y="1986540"/>
                  </a:cubicBezTo>
                  <a:cubicBezTo>
                    <a:pt x="1331072" y="1571250"/>
                    <a:pt x="999602" y="1270260"/>
                    <a:pt x="614792" y="1271530"/>
                  </a:cubicBezTo>
                  <a:cubicBezTo>
                    <a:pt x="280782" y="1274070"/>
                    <a:pt x="6462" y="984510"/>
                    <a:pt x="112" y="649230"/>
                  </a:cubicBezTo>
                  <a:cubicBezTo>
                    <a:pt x="-6238" y="313950"/>
                    <a:pt x="259192" y="21850"/>
                    <a:pt x="595742" y="1530"/>
                  </a:cubicBezTo>
                  <a:cubicBezTo>
                    <a:pt x="932292" y="-18790"/>
                    <a:pt x="1232012" y="228860"/>
                    <a:pt x="1268842" y="561600"/>
                  </a:cubicBezTo>
                  <a:cubicBezTo>
                    <a:pt x="1276462" y="628910"/>
                    <a:pt x="1273922" y="697490"/>
                    <a:pt x="1286622" y="763530"/>
                  </a:cubicBezTo>
                  <a:cubicBezTo>
                    <a:pt x="1352662" y="1120400"/>
                    <a:pt x="1667622" y="1355350"/>
                    <a:pt x="2033382" y="1326140"/>
                  </a:cubicBezTo>
                  <a:cubicBezTo>
                    <a:pt x="2377552" y="1298200"/>
                    <a:pt x="2646792" y="1003560"/>
                    <a:pt x="2655682" y="646690"/>
                  </a:cubicBezTo>
                  <a:cubicBezTo>
                    <a:pt x="2664572" y="252990"/>
                    <a:pt x="2975722" y="-31490"/>
                    <a:pt x="3355452" y="2800"/>
                  </a:cubicBezTo>
                  <a:cubicBezTo>
                    <a:pt x="3685652" y="33280"/>
                    <a:pt x="3940922" y="326650"/>
                    <a:pt x="3928222" y="659390"/>
                  </a:cubicBezTo>
                  <a:cubicBezTo>
                    <a:pt x="3915522" y="992130"/>
                    <a:pt x="3642472" y="1274070"/>
                    <a:pt x="3312272" y="1272800"/>
                  </a:cubicBezTo>
                  <a:cubicBezTo>
                    <a:pt x="2922382" y="1268990"/>
                    <a:pt x="2602342" y="1581410"/>
                    <a:pt x="2598532" y="1971300"/>
                  </a:cubicBezTo>
                  <a:cubicBezTo>
                    <a:pt x="2598532" y="1975110"/>
                    <a:pt x="2598532" y="1978920"/>
                    <a:pt x="2598532" y="1982730"/>
                  </a:cubicBezTo>
                  <a:cubicBezTo>
                    <a:pt x="2599802" y="2329440"/>
                    <a:pt x="2308972" y="2602490"/>
                    <a:pt x="1963532" y="2602490"/>
                  </a:cubicBezTo>
                  <a:close/>
                  <a:moveTo>
                    <a:pt x="1960992" y="260"/>
                  </a:moveTo>
                  <a:cubicBezTo>
                    <a:pt x="2303892" y="-2280"/>
                    <a:pt x="2587102" y="274580"/>
                    <a:pt x="2589642" y="614940"/>
                  </a:cubicBezTo>
                  <a:cubicBezTo>
                    <a:pt x="2593452" y="960380"/>
                    <a:pt x="2315322" y="1244860"/>
                    <a:pt x="1969882" y="1248670"/>
                  </a:cubicBezTo>
                  <a:cubicBezTo>
                    <a:pt x="1626982" y="1252480"/>
                    <a:pt x="1341232" y="969270"/>
                    <a:pt x="1339962" y="623830"/>
                  </a:cubicBezTo>
                  <a:cubicBezTo>
                    <a:pt x="1338692" y="278390"/>
                    <a:pt x="1619362" y="2800"/>
                    <a:pt x="1960992" y="260"/>
                  </a:cubicBezTo>
                  <a:close/>
                  <a:moveTo>
                    <a:pt x="3300842" y="1354080"/>
                  </a:moveTo>
                  <a:cubicBezTo>
                    <a:pt x="3643742" y="1351540"/>
                    <a:pt x="3926952" y="1628400"/>
                    <a:pt x="3929492" y="1968760"/>
                  </a:cubicBezTo>
                  <a:cubicBezTo>
                    <a:pt x="3933302" y="2314200"/>
                    <a:pt x="3655172" y="2598680"/>
                    <a:pt x="3309732" y="2602490"/>
                  </a:cubicBezTo>
                  <a:cubicBezTo>
                    <a:pt x="2966832" y="2606300"/>
                    <a:pt x="2681082" y="2323090"/>
                    <a:pt x="2679812" y="1977650"/>
                  </a:cubicBezTo>
                  <a:cubicBezTo>
                    <a:pt x="2678542" y="1632210"/>
                    <a:pt x="2959212" y="1355350"/>
                    <a:pt x="3300842" y="1354080"/>
                  </a:cubicBezTo>
                  <a:close/>
                  <a:moveTo>
                    <a:pt x="621142" y="1354080"/>
                  </a:moveTo>
                  <a:cubicBezTo>
                    <a:pt x="964042" y="1351540"/>
                    <a:pt x="1247252" y="1628400"/>
                    <a:pt x="1249792" y="1968760"/>
                  </a:cubicBezTo>
                  <a:cubicBezTo>
                    <a:pt x="1253602" y="2314200"/>
                    <a:pt x="975472" y="2598680"/>
                    <a:pt x="630032" y="2602490"/>
                  </a:cubicBezTo>
                  <a:cubicBezTo>
                    <a:pt x="287132" y="2606300"/>
                    <a:pt x="2652" y="2323090"/>
                    <a:pt x="112" y="1977650"/>
                  </a:cubicBezTo>
                  <a:cubicBezTo>
                    <a:pt x="-2428" y="1632210"/>
                    <a:pt x="279512" y="1355350"/>
                    <a:pt x="621142" y="1354080"/>
                  </a:cubicBezTo>
                  <a:close/>
                  <a:moveTo>
                    <a:pt x="1963532" y="2685040"/>
                  </a:moveTo>
                  <a:cubicBezTo>
                    <a:pt x="1620632" y="2685040"/>
                    <a:pt x="1332342" y="2958090"/>
                    <a:pt x="1331072" y="3300990"/>
                  </a:cubicBezTo>
                  <a:cubicBezTo>
                    <a:pt x="1334882" y="3692150"/>
                    <a:pt x="1021192" y="4010920"/>
                    <a:pt x="630032" y="4014730"/>
                  </a:cubicBezTo>
                  <a:cubicBezTo>
                    <a:pt x="624952" y="4014730"/>
                    <a:pt x="619872" y="4014730"/>
                    <a:pt x="614792" y="4014730"/>
                  </a:cubicBezTo>
                  <a:cubicBezTo>
                    <a:pt x="280782" y="4013460"/>
                    <a:pt x="6462" y="4301750"/>
                    <a:pt x="112" y="4637030"/>
                  </a:cubicBezTo>
                  <a:cubicBezTo>
                    <a:pt x="-6238" y="4972310"/>
                    <a:pt x="259192" y="5265680"/>
                    <a:pt x="595742" y="5284730"/>
                  </a:cubicBezTo>
                  <a:cubicBezTo>
                    <a:pt x="932292" y="5303780"/>
                    <a:pt x="1232012" y="5058670"/>
                    <a:pt x="1268842" y="4725930"/>
                  </a:cubicBezTo>
                  <a:cubicBezTo>
                    <a:pt x="1276462" y="4658620"/>
                    <a:pt x="1273922" y="4590040"/>
                    <a:pt x="1286622" y="4524000"/>
                  </a:cubicBezTo>
                  <a:cubicBezTo>
                    <a:pt x="1352662" y="4167130"/>
                    <a:pt x="1667622" y="3930910"/>
                    <a:pt x="2033382" y="3961390"/>
                  </a:cubicBezTo>
                  <a:cubicBezTo>
                    <a:pt x="2377552" y="3988060"/>
                    <a:pt x="2646792" y="4282700"/>
                    <a:pt x="2655682" y="4640840"/>
                  </a:cubicBezTo>
                  <a:cubicBezTo>
                    <a:pt x="2664572" y="5034540"/>
                    <a:pt x="2975722" y="5319020"/>
                    <a:pt x="3355452" y="5283460"/>
                  </a:cubicBezTo>
                  <a:cubicBezTo>
                    <a:pt x="3685652" y="5252980"/>
                    <a:pt x="3940922" y="4960880"/>
                    <a:pt x="3928222" y="4628140"/>
                  </a:cubicBezTo>
                  <a:cubicBezTo>
                    <a:pt x="3915522" y="4295400"/>
                    <a:pt x="3642472" y="4013460"/>
                    <a:pt x="3312272" y="4014730"/>
                  </a:cubicBezTo>
                  <a:cubicBezTo>
                    <a:pt x="2921112" y="4018540"/>
                    <a:pt x="2602342" y="3704851"/>
                    <a:pt x="2598532" y="3313690"/>
                  </a:cubicBezTo>
                  <a:cubicBezTo>
                    <a:pt x="2598532" y="3309880"/>
                    <a:pt x="2598532" y="3307340"/>
                    <a:pt x="2598532" y="3303530"/>
                  </a:cubicBezTo>
                  <a:cubicBezTo>
                    <a:pt x="2599802" y="2958090"/>
                    <a:pt x="2308972" y="2685040"/>
                    <a:pt x="1963532" y="2685040"/>
                  </a:cubicBezTo>
                  <a:close/>
                  <a:moveTo>
                    <a:pt x="1960992" y="5287270"/>
                  </a:moveTo>
                  <a:cubicBezTo>
                    <a:pt x="2303892" y="5288540"/>
                    <a:pt x="2587102" y="5011680"/>
                    <a:pt x="2589642" y="4671320"/>
                  </a:cubicBezTo>
                  <a:cubicBezTo>
                    <a:pt x="2592182" y="4325880"/>
                    <a:pt x="2314052" y="4043940"/>
                    <a:pt x="1969882" y="4042670"/>
                  </a:cubicBezTo>
                  <a:cubicBezTo>
                    <a:pt x="1624442" y="4040130"/>
                    <a:pt x="1342502" y="4318260"/>
                    <a:pt x="1339962" y="4662430"/>
                  </a:cubicBezTo>
                  <a:cubicBezTo>
                    <a:pt x="1338692" y="5002790"/>
                    <a:pt x="1619362" y="5284730"/>
                    <a:pt x="1960992" y="5287270"/>
                  </a:cubicBezTo>
                  <a:close/>
                  <a:moveTo>
                    <a:pt x="3300842" y="3933450"/>
                  </a:moveTo>
                  <a:cubicBezTo>
                    <a:pt x="3643742" y="3935990"/>
                    <a:pt x="3926952" y="3659130"/>
                    <a:pt x="3929492" y="3318770"/>
                  </a:cubicBezTo>
                  <a:cubicBezTo>
                    <a:pt x="3933302" y="2973330"/>
                    <a:pt x="3655172" y="2688850"/>
                    <a:pt x="3309732" y="2685040"/>
                  </a:cubicBezTo>
                  <a:cubicBezTo>
                    <a:pt x="2966832" y="2681230"/>
                    <a:pt x="2681082" y="2964440"/>
                    <a:pt x="2679812" y="3309880"/>
                  </a:cubicBezTo>
                  <a:cubicBezTo>
                    <a:pt x="2678542" y="3655321"/>
                    <a:pt x="2959212" y="3930910"/>
                    <a:pt x="3300842" y="3933450"/>
                  </a:cubicBezTo>
                  <a:close/>
                  <a:moveTo>
                    <a:pt x="621142" y="3933450"/>
                  </a:moveTo>
                  <a:cubicBezTo>
                    <a:pt x="964042" y="3935990"/>
                    <a:pt x="1247252" y="3659130"/>
                    <a:pt x="1249792" y="3318770"/>
                  </a:cubicBezTo>
                  <a:cubicBezTo>
                    <a:pt x="1253602" y="2973330"/>
                    <a:pt x="975472" y="2688850"/>
                    <a:pt x="630032" y="2685040"/>
                  </a:cubicBezTo>
                  <a:cubicBezTo>
                    <a:pt x="287132" y="2681230"/>
                    <a:pt x="2652" y="2964440"/>
                    <a:pt x="112" y="3309880"/>
                  </a:cubicBezTo>
                  <a:cubicBezTo>
                    <a:pt x="-2428" y="3655321"/>
                    <a:pt x="279512" y="3930910"/>
                    <a:pt x="621142" y="3933450"/>
                  </a:cubicBezTo>
                  <a:close/>
                </a:path>
              </a:pathLst>
            </a:custGeom>
            <a:blipFill>
              <a:blip r:embed="rId2"/>
              <a:stretch>
                <a:fillRect l="-50977" r="-5097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4" name="AutoShape 4"/>
          <p:cNvSpPr/>
          <p:nvPr/>
        </p:nvSpPr>
        <p:spPr>
          <a:xfrm>
            <a:off x="17264062" y="-332623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5199014" y="875108"/>
            <a:ext cx="1611931" cy="618433"/>
          </a:xfrm>
          <a:custGeom>
            <a:avLst/>
            <a:gdLst/>
            <a:ahLst/>
            <a:cxnLst/>
            <a:rect l="l" t="t" r="r" b="b"/>
            <a:pathLst>
              <a:path w="1611931" h="618433">
                <a:moveTo>
                  <a:pt x="0" y="0"/>
                </a:moveTo>
                <a:lnTo>
                  <a:pt x="1611931" y="0"/>
                </a:lnTo>
                <a:lnTo>
                  <a:pt x="1611931" y="618433"/>
                </a:lnTo>
                <a:lnTo>
                  <a:pt x="0" y="618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9359103" y="4566123"/>
            <a:ext cx="6824515" cy="435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Permanently installed.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220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Car intended for transporting people and objects.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220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Suspended by cables, chains, pulleys, or pistons.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2202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Cable inclination relative to vertical of less than 15°.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85716" y="2091220"/>
            <a:ext cx="7371289" cy="160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8"/>
              </a:lnSpc>
            </a:pPr>
            <a:r>
              <a:rPr lang="en-US" sz="5371">
                <a:solidFill>
                  <a:srgbClr val="071964"/>
                </a:solidFill>
                <a:latin typeface="Cinzel"/>
                <a:ea typeface="Cinzel"/>
                <a:cs typeface="Cinzel"/>
                <a:sym typeface="Cinzel"/>
              </a:rPr>
              <a:t>WHAT IS AN ELEVATOR?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59266" y="3657439"/>
            <a:ext cx="7322535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i="1" spc="128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4591559" y="4518994"/>
            <a:ext cx="5335483" cy="5249512"/>
            <a:chOff x="0" y="0"/>
            <a:chExt cx="3862070" cy="379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3078" cy="3800773"/>
            </a:xfrm>
            <a:custGeom>
              <a:avLst/>
              <a:gdLst/>
              <a:ahLst/>
              <a:cxnLst/>
              <a:rect l="l" t="t" r="r" b="b"/>
              <a:pathLst>
                <a:path w="3863078" h="3800773">
                  <a:moveTo>
                    <a:pt x="3557270" y="3774440"/>
                  </a:moveTo>
                  <a:cubicBezTo>
                    <a:pt x="3352800" y="3845560"/>
                    <a:pt x="3124200" y="3769360"/>
                    <a:pt x="3011170" y="3585210"/>
                  </a:cubicBezTo>
                  <a:cubicBezTo>
                    <a:pt x="2966720" y="3514090"/>
                    <a:pt x="2942590" y="3431540"/>
                    <a:pt x="2941320" y="3347720"/>
                  </a:cubicBezTo>
                  <a:cubicBezTo>
                    <a:pt x="2938780" y="3050540"/>
                    <a:pt x="2705100" y="2844800"/>
                    <a:pt x="2406650" y="2832100"/>
                  </a:cubicBezTo>
                  <a:cubicBezTo>
                    <a:pt x="2152650" y="2829560"/>
                    <a:pt x="1949450" y="2621280"/>
                    <a:pt x="1951990" y="2367280"/>
                  </a:cubicBezTo>
                  <a:cubicBezTo>
                    <a:pt x="1954530" y="2113280"/>
                    <a:pt x="2162810" y="1910080"/>
                    <a:pt x="2416810" y="1912620"/>
                  </a:cubicBezTo>
                  <a:lnTo>
                    <a:pt x="2416810" y="1912620"/>
                  </a:lnTo>
                  <a:cubicBezTo>
                    <a:pt x="2668270" y="1908810"/>
                    <a:pt x="2875280" y="2108200"/>
                    <a:pt x="2880360" y="2359660"/>
                  </a:cubicBezTo>
                  <a:cubicBezTo>
                    <a:pt x="2885440" y="2576830"/>
                    <a:pt x="3007360" y="2740660"/>
                    <a:pt x="3204210" y="2834640"/>
                  </a:cubicBezTo>
                  <a:cubicBezTo>
                    <a:pt x="3271520" y="2863850"/>
                    <a:pt x="3342640" y="2880360"/>
                    <a:pt x="3416300" y="2882900"/>
                  </a:cubicBezTo>
                  <a:cubicBezTo>
                    <a:pt x="3639820" y="2896870"/>
                    <a:pt x="3821430" y="3053080"/>
                    <a:pt x="3856990" y="3272790"/>
                  </a:cubicBezTo>
                  <a:cubicBezTo>
                    <a:pt x="3892550" y="3487420"/>
                    <a:pt x="3769360" y="3696970"/>
                    <a:pt x="3564890" y="3771900"/>
                  </a:cubicBezTo>
                  <a:lnTo>
                    <a:pt x="3557270" y="3774440"/>
                  </a:lnTo>
                  <a:close/>
                  <a:moveTo>
                    <a:pt x="2424430" y="2932430"/>
                  </a:moveTo>
                  <a:lnTo>
                    <a:pt x="2366010" y="2932430"/>
                  </a:lnTo>
                  <a:cubicBezTo>
                    <a:pt x="2296160" y="2933700"/>
                    <a:pt x="2226310" y="2918460"/>
                    <a:pt x="2162810" y="2890520"/>
                  </a:cubicBezTo>
                  <a:cubicBezTo>
                    <a:pt x="1925320" y="2780030"/>
                    <a:pt x="1907540" y="2533650"/>
                    <a:pt x="1906270" y="2481580"/>
                  </a:cubicBezTo>
                  <a:lnTo>
                    <a:pt x="1906270" y="2471420"/>
                  </a:lnTo>
                  <a:cubicBezTo>
                    <a:pt x="1906270" y="2221230"/>
                    <a:pt x="1703070" y="2018030"/>
                    <a:pt x="1452880" y="2018030"/>
                  </a:cubicBezTo>
                  <a:lnTo>
                    <a:pt x="1452880" y="2018030"/>
                  </a:lnTo>
                  <a:lnTo>
                    <a:pt x="1436370" y="2018030"/>
                  </a:lnTo>
                  <a:cubicBezTo>
                    <a:pt x="1186180" y="2018030"/>
                    <a:pt x="984250" y="2219960"/>
                    <a:pt x="984250" y="2470150"/>
                  </a:cubicBezTo>
                  <a:cubicBezTo>
                    <a:pt x="984250" y="2470150"/>
                    <a:pt x="984250" y="2471420"/>
                    <a:pt x="984250" y="2471420"/>
                  </a:cubicBezTo>
                  <a:lnTo>
                    <a:pt x="984250" y="2481580"/>
                  </a:lnTo>
                  <a:cubicBezTo>
                    <a:pt x="982980" y="2533650"/>
                    <a:pt x="965200" y="2780030"/>
                    <a:pt x="727710" y="2890520"/>
                  </a:cubicBezTo>
                  <a:cubicBezTo>
                    <a:pt x="664210" y="2918460"/>
                    <a:pt x="594360" y="2933700"/>
                    <a:pt x="524510" y="2932430"/>
                  </a:cubicBezTo>
                  <a:lnTo>
                    <a:pt x="427990" y="2932430"/>
                  </a:lnTo>
                  <a:cubicBezTo>
                    <a:pt x="191770" y="2932430"/>
                    <a:pt x="0" y="3124200"/>
                    <a:pt x="0" y="3360420"/>
                  </a:cubicBezTo>
                  <a:lnTo>
                    <a:pt x="0" y="3360420"/>
                  </a:lnTo>
                  <a:lnTo>
                    <a:pt x="0" y="3360420"/>
                  </a:lnTo>
                  <a:cubicBezTo>
                    <a:pt x="0" y="3596640"/>
                    <a:pt x="191770" y="3788410"/>
                    <a:pt x="427990" y="3788410"/>
                  </a:cubicBezTo>
                  <a:lnTo>
                    <a:pt x="427990" y="3788410"/>
                  </a:lnTo>
                  <a:lnTo>
                    <a:pt x="2424430" y="3788410"/>
                  </a:lnTo>
                  <a:cubicBezTo>
                    <a:pt x="2660650" y="3788410"/>
                    <a:pt x="2851150" y="3597910"/>
                    <a:pt x="2851150" y="3361690"/>
                  </a:cubicBezTo>
                  <a:cubicBezTo>
                    <a:pt x="2851150" y="3361690"/>
                    <a:pt x="2851150" y="3360420"/>
                    <a:pt x="2851150" y="3360420"/>
                  </a:cubicBezTo>
                  <a:lnTo>
                    <a:pt x="2851150" y="3360420"/>
                  </a:lnTo>
                  <a:cubicBezTo>
                    <a:pt x="2852420" y="3124200"/>
                    <a:pt x="2661920" y="2933700"/>
                    <a:pt x="2425700" y="2932430"/>
                  </a:cubicBezTo>
                  <a:cubicBezTo>
                    <a:pt x="2425700" y="2932430"/>
                    <a:pt x="2424430" y="2932430"/>
                    <a:pt x="2424430" y="2932430"/>
                  </a:cubicBezTo>
                  <a:close/>
                  <a:moveTo>
                    <a:pt x="1342390" y="909320"/>
                  </a:moveTo>
                  <a:cubicBezTo>
                    <a:pt x="1648460" y="909320"/>
                    <a:pt x="1863090" y="1031240"/>
                    <a:pt x="1871980" y="1337310"/>
                  </a:cubicBezTo>
                  <a:cubicBezTo>
                    <a:pt x="1875790" y="1597660"/>
                    <a:pt x="2089150" y="1805940"/>
                    <a:pt x="2349500" y="1802130"/>
                  </a:cubicBezTo>
                  <a:cubicBezTo>
                    <a:pt x="2609850" y="1798320"/>
                    <a:pt x="2818130" y="1584960"/>
                    <a:pt x="2814320" y="1324610"/>
                  </a:cubicBezTo>
                  <a:cubicBezTo>
                    <a:pt x="2813050" y="1200150"/>
                    <a:pt x="2762250" y="1082040"/>
                    <a:pt x="2673350" y="995680"/>
                  </a:cubicBezTo>
                  <a:cubicBezTo>
                    <a:pt x="2588260" y="911860"/>
                    <a:pt x="2475230" y="863600"/>
                    <a:pt x="2355850" y="862330"/>
                  </a:cubicBezTo>
                  <a:cubicBezTo>
                    <a:pt x="2051050" y="855980"/>
                    <a:pt x="1840230" y="774700"/>
                    <a:pt x="1831340" y="471170"/>
                  </a:cubicBezTo>
                  <a:cubicBezTo>
                    <a:pt x="1823720" y="205740"/>
                    <a:pt x="1800860" y="5080"/>
                    <a:pt x="1351280" y="5080"/>
                  </a:cubicBezTo>
                  <a:lnTo>
                    <a:pt x="511810" y="5080"/>
                  </a:lnTo>
                  <a:cubicBezTo>
                    <a:pt x="242570" y="5080"/>
                    <a:pt x="31750" y="212090"/>
                    <a:pt x="30480" y="474980"/>
                  </a:cubicBezTo>
                  <a:cubicBezTo>
                    <a:pt x="29210" y="737870"/>
                    <a:pt x="241300" y="908050"/>
                    <a:pt x="511810" y="909320"/>
                  </a:cubicBezTo>
                  <a:lnTo>
                    <a:pt x="1342390" y="909320"/>
                  </a:lnTo>
                  <a:close/>
                  <a:moveTo>
                    <a:pt x="1800860" y="1479550"/>
                  </a:moveTo>
                  <a:cubicBezTo>
                    <a:pt x="1799590" y="1333500"/>
                    <a:pt x="1734820" y="1196340"/>
                    <a:pt x="1623060" y="1102360"/>
                  </a:cubicBezTo>
                  <a:cubicBezTo>
                    <a:pt x="1546860" y="1038860"/>
                    <a:pt x="1450340" y="1004570"/>
                    <a:pt x="1351280" y="1005840"/>
                  </a:cubicBezTo>
                  <a:lnTo>
                    <a:pt x="397510" y="1005840"/>
                  </a:lnTo>
                  <a:cubicBezTo>
                    <a:pt x="195580" y="1004570"/>
                    <a:pt x="31750" y="1168400"/>
                    <a:pt x="30480" y="1370330"/>
                  </a:cubicBezTo>
                  <a:cubicBezTo>
                    <a:pt x="30480" y="1370330"/>
                    <a:pt x="30480" y="1371600"/>
                    <a:pt x="30480" y="1371600"/>
                  </a:cubicBezTo>
                  <a:lnTo>
                    <a:pt x="30480" y="2429510"/>
                  </a:lnTo>
                  <a:cubicBezTo>
                    <a:pt x="30480" y="2665730"/>
                    <a:pt x="220980" y="2856230"/>
                    <a:pt x="457200" y="2856230"/>
                  </a:cubicBezTo>
                  <a:cubicBezTo>
                    <a:pt x="457200" y="2856230"/>
                    <a:pt x="458470" y="2856230"/>
                    <a:pt x="458470" y="2856230"/>
                  </a:cubicBezTo>
                  <a:lnTo>
                    <a:pt x="478790" y="2856230"/>
                  </a:lnTo>
                  <a:cubicBezTo>
                    <a:pt x="703580" y="2856230"/>
                    <a:pt x="885190" y="2674620"/>
                    <a:pt x="886460" y="2449830"/>
                  </a:cubicBezTo>
                  <a:lnTo>
                    <a:pt x="886460" y="2449830"/>
                  </a:lnTo>
                  <a:lnTo>
                    <a:pt x="886460" y="2409190"/>
                  </a:lnTo>
                  <a:cubicBezTo>
                    <a:pt x="885190" y="2339340"/>
                    <a:pt x="900430" y="2269490"/>
                    <a:pt x="928370" y="2205990"/>
                  </a:cubicBezTo>
                  <a:cubicBezTo>
                    <a:pt x="1038860" y="1968500"/>
                    <a:pt x="1285240" y="1950720"/>
                    <a:pt x="1337310" y="1949450"/>
                  </a:cubicBezTo>
                  <a:lnTo>
                    <a:pt x="1347470" y="1949450"/>
                  </a:lnTo>
                  <a:cubicBezTo>
                    <a:pt x="1597660" y="1949450"/>
                    <a:pt x="1800860" y="1746250"/>
                    <a:pt x="1800860" y="1496060"/>
                  </a:cubicBezTo>
                  <a:lnTo>
                    <a:pt x="1800860" y="1496060"/>
                  </a:lnTo>
                  <a:lnTo>
                    <a:pt x="1800860" y="1479550"/>
                  </a:lnTo>
                  <a:close/>
                  <a:moveTo>
                    <a:pt x="3489960" y="0"/>
                  </a:moveTo>
                  <a:lnTo>
                    <a:pt x="2282190" y="0"/>
                  </a:lnTo>
                  <a:cubicBezTo>
                    <a:pt x="2076450" y="0"/>
                    <a:pt x="1910080" y="166370"/>
                    <a:pt x="1910080" y="372110"/>
                  </a:cubicBezTo>
                  <a:lnTo>
                    <a:pt x="1910080" y="372110"/>
                  </a:lnTo>
                  <a:lnTo>
                    <a:pt x="1910080" y="387350"/>
                  </a:lnTo>
                  <a:cubicBezTo>
                    <a:pt x="1910080" y="604520"/>
                    <a:pt x="2085340" y="779780"/>
                    <a:pt x="2302510" y="779780"/>
                  </a:cubicBezTo>
                  <a:cubicBezTo>
                    <a:pt x="2302510" y="779780"/>
                    <a:pt x="2302510" y="779780"/>
                    <a:pt x="2302510" y="779780"/>
                  </a:cubicBezTo>
                  <a:lnTo>
                    <a:pt x="2362200" y="779780"/>
                  </a:lnTo>
                  <a:cubicBezTo>
                    <a:pt x="2428240" y="779780"/>
                    <a:pt x="2545080" y="791210"/>
                    <a:pt x="2606040" y="819150"/>
                  </a:cubicBezTo>
                  <a:cubicBezTo>
                    <a:pt x="2848610" y="928370"/>
                    <a:pt x="2940050" y="1144270"/>
                    <a:pt x="2943860" y="1308100"/>
                  </a:cubicBezTo>
                  <a:lnTo>
                    <a:pt x="2943860" y="2310130"/>
                  </a:lnTo>
                  <a:cubicBezTo>
                    <a:pt x="2943860" y="2561590"/>
                    <a:pt x="3148330" y="2766060"/>
                    <a:pt x="3399790" y="2766060"/>
                  </a:cubicBezTo>
                  <a:lnTo>
                    <a:pt x="3399790" y="2766060"/>
                  </a:lnTo>
                  <a:cubicBezTo>
                    <a:pt x="3651250" y="2766060"/>
                    <a:pt x="3855720" y="2561590"/>
                    <a:pt x="3856990" y="2310130"/>
                  </a:cubicBezTo>
                  <a:lnTo>
                    <a:pt x="3856990" y="365760"/>
                  </a:lnTo>
                  <a:cubicBezTo>
                    <a:pt x="3856990" y="163830"/>
                    <a:pt x="3693160" y="0"/>
                    <a:pt x="3491230" y="0"/>
                  </a:cubicBezTo>
                  <a:cubicBezTo>
                    <a:pt x="3491230" y="0"/>
                    <a:pt x="3489960" y="0"/>
                    <a:pt x="3489960" y="0"/>
                  </a:cubicBezTo>
                  <a:close/>
                </a:path>
              </a:pathLst>
            </a:custGeom>
            <a:blipFill>
              <a:blip r:embed="rId2"/>
              <a:stretch>
                <a:fillRect l="-24044" r="-24044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2481207" y="4518994"/>
            <a:ext cx="9325087" cy="5222049"/>
          </a:xfrm>
          <a:custGeom>
            <a:avLst/>
            <a:gdLst/>
            <a:ahLst/>
            <a:cxnLst/>
            <a:rect l="l" t="t" r="r" b="b"/>
            <a:pathLst>
              <a:path w="9325087" h="5222049">
                <a:moveTo>
                  <a:pt x="0" y="0"/>
                </a:moveTo>
                <a:lnTo>
                  <a:pt x="9325086" y="0"/>
                </a:lnTo>
                <a:lnTo>
                  <a:pt x="9325086" y="5222049"/>
                </a:lnTo>
                <a:lnTo>
                  <a:pt x="0" y="5222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405502" y="2074668"/>
            <a:ext cx="16642689" cy="213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1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HOW AN ELEVATOR WORKS</a:t>
            </a:r>
          </a:p>
          <a:p>
            <a:pPr algn="ctr">
              <a:lnSpc>
                <a:spcPts val="3423"/>
              </a:lnSpc>
              <a:spcBef>
                <a:spcPct val="0"/>
              </a:spcBef>
            </a:pPr>
            <a:r>
              <a:rPr lang="en-US" sz="2901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Elevators are vertical transportation systems that allow people and goods to move between different levels of a building. They are an essential part of modern life, and their operation relies on a combination of mechanics, electronics, and hydraulics.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263451" y="5280156"/>
            <a:ext cx="5335483" cy="5249512"/>
            <a:chOff x="0" y="0"/>
            <a:chExt cx="3862070" cy="379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3078" cy="3800773"/>
            </a:xfrm>
            <a:custGeom>
              <a:avLst/>
              <a:gdLst/>
              <a:ahLst/>
              <a:cxnLst/>
              <a:rect l="l" t="t" r="r" b="b"/>
              <a:pathLst>
                <a:path w="3863078" h="3800773">
                  <a:moveTo>
                    <a:pt x="3557270" y="3774440"/>
                  </a:moveTo>
                  <a:cubicBezTo>
                    <a:pt x="3352800" y="3845560"/>
                    <a:pt x="3124200" y="3769360"/>
                    <a:pt x="3011170" y="3585210"/>
                  </a:cubicBezTo>
                  <a:cubicBezTo>
                    <a:pt x="2966720" y="3514090"/>
                    <a:pt x="2942590" y="3431540"/>
                    <a:pt x="2941320" y="3347720"/>
                  </a:cubicBezTo>
                  <a:cubicBezTo>
                    <a:pt x="2938780" y="3050540"/>
                    <a:pt x="2705100" y="2844800"/>
                    <a:pt x="2406650" y="2832100"/>
                  </a:cubicBezTo>
                  <a:cubicBezTo>
                    <a:pt x="2152650" y="2829560"/>
                    <a:pt x="1949450" y="2621280"/>
                    <a:pt x="1951990" y="2367280"/>
                  </a:cubicBezTo>
                  <a:cubicBezTo>
                    <a:pt x="1954530" y="2113280"/>
                    <a:pt x="2162810" y="1910080"/>
                    <a:pt x="2416810" y="1912620"/>
                  </a:cubicBezTo>
                  <a:lnTo>
                    <a:pt x="2416810" y="1912620"/>
                  </a:lnTo>
                  <a:cubicBezTo>
                    <a:pt x="2668270" y="1908810"/>
                    <a:pt x="2875280" y="2108200"/>
                    <a:pt x="2880360" y="2359660"/>
                  </a:cubicBezTo>
                  <a:cubicBezTo>
                    <a:pt x="2885440" y="2576830"/>
                    <a:pt x="3007360" y="2740660"/>
                    <a:pt x="3204210" y="2834640"/>
                  </a:cubicBezTo>
                  <a:cubicBezTo>
                    <a:pt x="3271520" y="2863850"/>
                    <a:pt x="3342640" y="2880360"/>
                    <a:pt x="3416300" y="2882900"/>
                  </a:cubicBezTo>
                  <a:cubicBezTo>
                    <a:pt x="3639820" y="2896870"/>
                    <a:pt x="3821430" y="3053080"/>
                    <a:pt x="3856990" y="3272790"/>
                  </a:cubicBezTo>
                  <a:cubicBezTo>
                    <a:pt x="3892550" y="3487420"/>
                    <a:pt x="3769360" y="3696970"/>
                    <a:pt x="3564890" y="3771900"/>
                  </a:cubicBezTo>
                  <a:lnTo>
                    <a:pt x="3557270" y="3774440"/>
                  </a:lnTo>
                  <a:close/>
                  <a:moveTo>
                    <a:pt x="2424430" y="2932430"/>
                  </a:moveTo>
                  <a:lnTo>
                    <a:pt x="2366010" y="2932430"/>
                  </a:lnTo>
                  <a:cubicBezTo>
                    <a:pt x="2296160" y="2933700"/>
                    <a:pt x="2226310" y="2918460"/>
                    <a:pt x="2162810" y="2890520"/>
                  </a:cubicBezTo>
                  <a:cubicBezTo>
                    <a:pt x="1925320" y="2780030"/>
                    <a:pt x="1907540" y="2533650"/>
                    <a:pt x="1906270" y="2481580"/>
                  </a:cubicBezTo>
                  <a:lnTo>
                    <a:pt x="1906270" y="2471420"/>
                  </a:lnTo>
                  <a:cubicBezTo>
                    <a:pt x="1906270" y="2221230"/>
                    <a:pt x="1703070" y="2018030"/>
                    <a:pt x="1452880" y="2018030"/>
                  </a:cubicBezTo>
                  <a:lnTo>
                    <a:pt x="1452880" y="2018030"/>
                  </a:lnTo>
                  <a:lnTo>
                    <a:pt x="1436370" y="2018030"/>
                  </a:lnTo>
                  <a:cubicBezTo>
                    <a:pt x="1186180" y="2018030"/>
                    <a:pt x="984250" y="2219960"/>
                    <a:pt x="984250" y="2470150"/>
                  </a:cubicBezTo>
                  <a:cubicBezTo>
                    <a:pt x="984250" y="2470150"/>
                    <a:pt x="984250" y="2471420"/>
                    <a:pt x="984250" y="2471420"/>
                  </a:cubicBezTo>
                  <a:lnTo>
                    <a:pt x="984250" y="2481580"/>
                  </a:lnTo>
                  <a:cubicBezTo>
                    <a:pt x="982980" y="2533650"/>
                    <a:pt x="965200" y="2780030"/>
                    <a:pt x="727710" y="2890520"/>
                  </a:cubicBezTo>
                  <a:cubicBezTo>
                    <a:pt x="664210" y="2918460"/>
                    <a:pt x="594360" y="2933700"/>
                    <a:pt x="524510" y="2932430"/>
                  </a:cubicBezTo>
                  <a:lnTo>
                    <a:pt x="427990" y="2932430"/>
                  </a:lnTo>
                  <a:cubicBezTo>
                    <a:pt x="191770" y="2932430"/>
                    <a:pt x="0" y="3124200"/>
                    <a:pt x="0" y="3360420"/>
                  </a:cubicBezTo>
                  <a:lnTo>
                    <a:pt x="0" y="3360420"/>
                  </a:lnTo>
                  <a:lnTo>
                    <a:pt x="0" y="3360420"/>
                  </a:lnTo>
                  <a:cubicBezTo>
                    <a:pt x="0" y="3596640"/>
                    <a:pt x="191770" y="3788410"/>
                    <a:pt x="427990" y="3788410"/>
                  </a:cubicBezTo>
                  <a:lnTo>
                    <a:pt x="427990" y="3788410"/>
                  </a:lnTo>
                  <a:lnTo>
                    <a:pt x="2424430" y="3788410"/>
                  </a:lnTo>
                  <a:cubicBezTo>
                    <a:pt x="2660650" y="3788410"/>
                    <a:pt x="2851150" y="3597910"/>
                    <a:pt x="2851150" y="3361690"/>
                  </a:cubicBezTo>
                  <a:cubicBezTo>
                    <a:pt x="2851150" y="3361690"/>
                    <a:pt x="2851150" y="3360420"/>
                    <a:pt x="2851150" y="3360420"/>
                  </a:cubicBezTo>
                  <a:lnTo>
                    <a:pt x="2851150" y="3360420"/>
                  </a:lnTo>
                  <a:cubicBezTo>
                    <a:pt x="2852420" y="3124200"/>
                    <a:pt x="2661920" y="2933700"/>
                    <a:pt x="2425700" y="2932430"/>
                  </a:cubicBezTo>
                  <a:cubicBezTo>
                    <a:pt x="2425700" y="2932430"/>
                    <a:pt x="2424430" y="2932430"/>
                    <a:pt x="2424430" y="2932430"/>
                  </a:cubicBezTo>
                  <a:close/>
                  <a:moveTo>
                    <a:pt x="1342390" y="909320"/>
                  </a:moveTo>
                  <a:cubicBezTo>
                    <a:pt x="1648460" y="909320"/>
                    <a:pt x="1863090" y="1031240"/>
                    <a:pt x="1871980" y="1337310"/>
                  </a:cubicBezTo>
                  <a:cubicBezTo>
                    <a:pt x="1875790" y="1597660"/>
                    <a:pt x="2089150" y="1805940"/>
                    <a:pt x="2349500" y="1802130"/>
                  </a:cubicBezTo>
                  <a:cubicBezTo>
                    <a:pt x="2609850" y="1798320"/>
                    <a:pt x="2818130" y="1584960"/>
                    <a:pt x="2814320" y="1324610"/>
                  </a:cubicBezTo>
                  <a:cubicBezTo>
                    <a:pt x="2813050" y="1200150"/>
                    <a:pt x="2762250" y="1082040"/>
                    <a:pt x="2673350" y="995680"/>
                  </a:cubicBezTo>
                  <a:cubicBezTo>
                    <a:pt x="2588260" y="911860"/>
                    <a:pt x="2475230" y="863600"/>
                    <a:pt x="2355850" y="862330"/>
                  </a:cubicBezTo>
                  <a:cubicBezTo>
                    <a:pt x="2051050" y="855980"/>
                    <a:pt x="1840230" y="774700"/>
                    <a:pt x="1831340" y="471170"/>
                  </a:cubicBezTo>
                  <a:cubicBezTo>
                    <a:pt x="1823720" y="205740"/>
                    <a:pt x="1800860" y="5080"/>
                    <a:pt x="1351280" y="5080"/>
                  </a:cubicBezTo>
                  <a:lnTo>
                    <a:pt x="511810" y="5080"/>
                  </a:lnTo>
                  <a:cubicBezTo>
                    <a:pt x="242570" y="5080"/>
                    <a:pt x="31750" y="212090"/>
                    <a:pt x="30480" y="474980"/>
                  </a:cubicBezTo>
                  <a:cubicBezTo>
                    <a:pt x="29210" y="737870"/>
                    <a:pt x="241300" y="908050"/>
                    <a:pt x="511810" y="909320"/>
                  </a:cubicBezTo>
                  <a:lnTo>
                    <a:pt x="1342390" y="909320"/>
                  </a:lnTo>
                  <a:close/>
                  <a:moveTo>
                    <a:pt x="1800860" y="1479550"/>
                  </a:moveTo>
                  <a:cubicBezTo>
                    <a:pt x="1799590" y="1333500"/>
                    <a:pt x="1734820" y="1196340"/>
                    <a:pt x="1623060" y="1102360"/>
                  </a:cubicBezTo>
                  <a:cubicBezTo>
                    <a:pt x="1546860" y="1038860"/>
                    <a:pt x="1450340" y="1004570"/>
                    <a:pt x="1351280" y="1005840"/>
                  </a:cubicBezTo>
                  <a:lnTo>
                    <a:pt x="397510" y="1005840"/>
                  </a:lnTo>
                  <a:cubicBezTo>
                    <a:pt x="195580" y="1004570"/>
                    <a:pt x="31750" y="1168400"/>
                    <a:pt x="30480" y="1370330"/>
                  </a:cubicBezTo>
                  <a:cubicBezTo>
                    <a:pt x="30480" y="1370330"/>
                    <a:pt x="30480" y="1371600"/>
                    <a:pt x="30480" y="1371600"/>
                  </a:cubicBezTo>
                  <a:lnTo>
                    <a:pt x="30480" y="2429510"/>
                  </a:lnTo>
                  <a:cubicBezTo>
                    <a:pt x="30480" y="2665730"/>
                    <a:pt x="220980" y="2856230"/>
                    <a:pt x="457200" y="2856230"/>
                  </a:cubicBezTo>
                  <a:cubicBezTo>
                    <a:pt x="457200" y="2856230"/>
                    <a:pt x="458470" y="2856230"/>
                    <a:pt x="458470" y="2856230"/>
                  </a:cubicBezTo>
                  <a:lnTo>
                    <a:pt x="478790" y="2856230"/>
                  </a:lnTo>
                  <a:cubicBezTo>
                    <a:pt x="703580" y="2856230"/>
                    <a:pt x="885190" y="2674620"/>
                    <a:pt x="886460" y="2449830"/>
                  </a:cubicBezTo>
                  <a:lnTo>
                    <a:pt x="886460" y="2449830"/>
                  </a:lnTo>
                  <a:lnTo>
                    <a:pt x="886460" y="2409190"/>
                  </a:lnTo>
                  <a:cubicBezTo>
                    <a:pt x="885190" y="2339340"/>
                    <a:pt x="900430" y="2269490"/>
                    <a:pt x="928370" y="2205990"/>
                  </a:cubicBezTo>
                  <a:cubicBezTo>
                    <a:pt x="1038860" y="1968500"/>
                    <a:pt x="1285240" y="1950720"/>
                    <a:pt x="1337310" y="1949450"/>
                  </a:cubicBezTo>
                  <a:lnTo>
                    <a:pt x="1347470" y="1949450"/>
                  </a:lnTo>
                  <a:cubicBezTo>
                    <a:pt x="1597660" y="1949450"/>
                    <a:pt x="1800860" y="1746250"/>
                    <a:pt x="1800860" y="1496060"/>
                  </a:cubicBezTo>
                  <a:lnTo>
                    <a:pt x="1800860" y="1496060"/>
                  </a:lnTo>
                  <a:lnTo>
                    <a:pt x="1800860" y="1479550"/>
                  </a:lnTo>
                  <a:close/>
                  <a:moveTo>
                    <a:pt x="3489960" y="0"/>
                  </a:moveTo>
                  <a:lnTo>
                    <a:pt x="2282190" y="0"/>
                  </a:lnTo>
                  <a:cubicBezTo>
                    <a:pt x="2076450" y="0"/>
                    <a:pt x="1910080" y="166370"/>
                    <a:pt x="1910080" y="372110"/>
                  </a:cubicBezTo>
                  <a:lnTo>
                    <a:pt x="1910080" y="372110"/>
                  </a:lnTo>
                  <a:lnTo>
                    <a:pt x="1910080" y="387350"/>
                  </a:lnTo>
                  <a:cubicBezTo>
                    <a:pt x="1910080" y="604520"/>
                    <a:pt x="2085340" y="779780"/>
                    <a:pt x="2302510" y="779780"/>
                  </a:cubicBezTo>
                  <a:cubicBezTo>
                    <a:pt x="2302510" y="779780"/>
                    <a:pt x="2302510" y="779780"/>
                    <a:pt x="2302510" y="779780"/>
                  </a:cubicBezTo>
                  <a:lnTo>
                    <a:pt x="2362200" y="779780"/>
                  </a:lnTo>
                  <a:cubicBezTo>
                    <a:pt x="2428240" y="779780"/>
                    <a:pt x="2545080" y="791210"/>
                    <a:pt x="2606040" y="819150"/>
                  </a:cubicBezTo>
                  <a:cubicBezTo>
                    <a:pt x="2848610" y="928370"/>
                    <a:pt x="2940050" y="1144270"/>
                    <a:pt x="2943860" y="1308100"/>
                  </a:cubicBezTo>
                  <a:lnTo>
                    <a:pt x="2943860" y="2310130"/>
                  </a:lnTo>
                  <a:cubicBezTo>
                    <a:pt x="2943860" y="2561590"/>
                    <a:pt x="3148330" y="2766060"/>
                    <a:pt x="3399790" y="2766060"/>
                  </a:cubicBezTo>
                  <a:lnTo>
                    <a:pt x="3399790" y="2766060"/>
                  </a:lnTo>
                  <a:cubicBezTo>
                    <a:pt x="3651250" y="2766060"/>
                    <a:pt x="3855720" y="2561590"/>
                    <a:pt x="3856990" y="2310130"/>
                  </a:cubicBezTo>
                  <a:lnTo>
                    <a:pt x="3856990" y="365760"/>
                  </a:lnTo>
                  <a:cubicBezTo>
                    <a:pt x="3856990" y="163830"/>
                    <a:pt x="3693160" y="0"/>
                    <a:pt x="3491230" y="0"/>
                  </a:cubicBezTo>
                  <a:cubicBezTo>
                    <a:pt x="3491230" y="0"/>
                    <a:pt x="3489960" y="0"/>
                    <a:pt x="3489960" y="0"/>
                  </a:cubicBezTo>
                  <a:close/>
                </a:path>
              </a:pathLst>
            </a:custGeom>
            <a:blipFill>
              <a:blip r:embed="rId2"/>
              <a:stretch>
                <a:fillRect l="-24044" r="-24044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5365158" y="1521064"/>
            <a:ext cx="6945362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COMPONENTS OF AN ELEVATOR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629" y="3358477"/>
            <a:ext cx="3698421" cy="4027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MOTOR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The motor is the heart of the elevator. It is responsible for driving the cable that raises and lowers the car.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98771" y="3358477"/>
            <a:ext cx="3678011" cy="357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CAR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The car is where passengers ride. It is designed to provide a safe and comfortable trip.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44618" y="3358477"/>
            <a:ext cx="3718832" cy="5370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COUNTERWEIGHTS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Counterweights are used to balance the weight of the car and passengers, which reduces the amount of energy needed to operate the elevator.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534264" y="3348060"/>
            <a:ext cx="9910124" cy="4775034"/>
          </a:xfrm>
          <a:custGeom>
            <a:avLst/>
            <a:gdLst/>
            <a:ahLst/>
            <a:cxnLst/>
            <a:rect l="l" t="t" r="r" b="b"/>
            <a:pathLst>
              <a:path w="9910124" h="4775034">
                <a:moveTo>
                  <a:pt x="0" y="0"/>
                </a:moveTo>
                <a:lnTo>
                  <a:pt x="9910124" y="0"/>
                </a:lnTo>
                <a:lnTo>
                  <a:pt x="9910124" y="4775034"/>
                </a:lnTo>
                <a:lnTo>
                  <a:pt x="0" y="4775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2605205" y="3019644"/>
            <a:ext cx="3061149" cy="5962237"/>
          </a:xfrm>
          <a:custGeom>
            <a:avLst/>
            <a:gdLst/>
            <a:ahLst/>
            <a:cxnLst/>
            <a:rect l="l" t="t" r="r" b="b"/>
            <a:pathLst>
              <a:path w="3061149" h="5962237">
                <a:moveTo>
                  <a:pt x="0" y="0"/>
                </a:moveTo>
                <a:lnTo>
                  <a:pt x="3061148" y="0"/>
                </a:lnTo>
                <a:lnTo>
                  <a:pt x="3061148" y="5962238"/>
                </a:lnTo>
                <a:lnTo>
                  <a:pt x="0" y="596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991603" y="1521064"/>
            <a:ext cx="1692473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64062" y="-332623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199014" y="875108"/>
            <a:ext cx="1611931" cy="618433"/>
          </a:xfrm>
          <a:custGeom>
            <a:avLst/>
            <a:gdLst/>
            <a:ahLst/>
            <a:cxnLst/>
            <a:rect l="l" t="t" r="r" b="b"/>
            <a:pathLst>
              <a:path w="1611931" h="618433">
                <a:moveTo>
                  <a:pt x="0" y="0"/>
                </a:moveTo>
                <a:lnTo>
                  <a:pt x="1611931" y="0"/>
                </a:lnTo>
                <a:lnTo>
                  <a:pt x="1611931" y="618433"/>
                </a:lnTo>
                <a:lnTo>
                  <a:pt x="0" y="618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11077" y="386928"/>
            <a:ext cx="10926531" cy="160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8"/>
              </a:lnSpc>
            </a:pPr>
            <a:r>
              <a:rPr lang="en-US" sz="5371">
                <a:solidFill>
                  <a:srgbClr val="071964"/>
                </a:solidFill>
                <a:latin typeface="Cinzel"/>
                <a:ea typeface="Cinzel"/>
                <a:cs typeface="Cinzel"/>
                <a:sym typeface="Cinzel"/>
              </a:rPr>
              <a:t>ELEVATOR FUNCTIONAL STRUCTURE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ED334F8-E6B6-1D2C-E000-6A938F051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117325"/>
            <a:ext cx="15056304" cy="75451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64062" y="-332623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5199014" y="875108"/>
            <a:ext cx="1611931" cy="618433"/>
          </a:xfrm>
          <a:custGeom>
            <a:avLst/>
            <a:gdLst/>
            <a:ahLst/>
            <a:cxnLst/>
            <a:rect l="l" t="t" r="r" b="b"/>
            <a:pathLst>
              <a:path w="1611931" h="618433">
                <a:moveTo>
                  <a:pt x="0" y="0"/>
                </a:moveTo>
                <a:lnTo>
                  <a:pt x="1611931" y="0"/>
                </a:lnTo>
                <a:lnTo>
                  <a:pt x="1611931" y="618433"/>
                </a:lnTo>
                <a:lnTo>
                  <a:pt x="0" y="618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3311077" y="786978"/>
            <a:ext cx="10926531" cy="804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38"/>
              </a:lnSpc>
            </a:pPr>
            <a:r>
              <a:rPr lang="en-US" sz="5371">
                <a:solidFill>
                  <a:srgbClr val="071964"/>
                </a:solidFill>
                <a:latin typeface="Cinzel"/>
                <a:ea typeface="Cinzel"/>
                <a:cs typeface="Cinzel"/>
                <a:sym typeface="Cinzel"/>
              </a:rPr>
              <a:t>MORPHOLOGICAL MATRIX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9C99753-0FC8-AF10-724D-F42926C23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42" y="2628900"/>
            <a:ext cx="16154400" cy="6057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60BDFDA-582C-586C-5701-B277A9F25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" t="3121" b="4315"/>
          <a:stretch>
            <a:fillRect/>
          </a:stretch>
        </p:blipFill>
        <p:spPr>
          <a:xfrm>
            <a:off x="1905000" y="876300"/>
            <a:ext cx="16012667" cy="8991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3407776" y="3324332"/>
            <a:ext cx="6370206" cy="4246804"/>
          </a:xfrm>
          <a:custGeom>
            <a:avLst/>
            <a:gdLst/>
            <a:ahLst/>
            <a:cxnLst/>
            <a:rect l="l" t="t" r="r" b="b"/>
            <a:pathLst>
              <a:path w="6370206" h="4246804">
                <a:moveTo>
                  <a:pt x="0" y="0"/>
                </a:moveTo>
                <a:lnTo>
                  <a:pt x="6370206" y="0"/>
                </a:lnTo>
                <a:lnTo>
                  <a:pt x="6370206" y="4246805"/>
                </a:lnTo>
                <a:lnTo>
                  <a:pt x="0" y="424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247339" y="875531"/>
            <a:ext cx="8241357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ELEVATOR CONTROL SYSTEMS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7339" y="2982029"/>
            <a:ext cx="13735132" cy="96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spcBef>
                <a:spcPct val="0"/>
              </a:spcBef>
            </a:pPr>
            <a:r>
              <a:rPr lang="en-US" sz="2166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Sensors</a:t>
            </a:r>
          </a:p>
          <a:p>
            <a:pPr algn="ctr">
              <a:lnSpc>
                <a:spcPts val="2556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Sensors detect the position of the car, passenger movement, and other factors important to the elevator's operation.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2567" y="4968733"/>
            <a:ext cx="13510908" cy="967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spcBef>
                <a:spcPct val="0"/>
              </a:spcBef>
            </a:pPr>
            <a:r>
              <a:rPr lang="en-US" sz="2166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Controller</a:t>
            </a:r>
          </a:p>
          <a:p>
            <a:pPr algn="ctr">
              <a:lnSpc>
                <a:spcPts val="2556"/>
              </a:lnSpc>
              <a:spcBef>
                <a:spcPct val="0"/>
              </a:spcBef>
            </a:pPr>
            <a:r>
              <a:rPr lang="en-US" sz="2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The controller receives information from the sensors and uses it to control the elevator's movement.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4679" y="6940326"/>
            <a:ext cx="12791480" cy="643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2"/>
              </a:lnSpc>
              <a:spcBef>
                <a:spcPct val="0"/>
              </a:spcBef>
            </a:pPr>
            <a:r>
              <a:rPr lang="en-US" sz="2146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User Interface</a:t>
            </a:r>
          </a:p>
          <a:p>
            <a:pPr algn="ctr">
              <a:lnSpc>
                <a:spcPts val="2532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The user interface allows passengers to select the floors they wish to visit.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1506242" y="1093691"/>
            <a:ext cx="4331715" cy="2713736"/>
          </a:xfrm>
          <a:custGeom>
            <a:avLst/>
            <a:gdLst/>
            <a:ahLst/>
            <a:cxnLst/>
            <a:rect l="l" t="t" r="r" b="b"/>
            <a:pathLst>
              <a:path w="4331715" h="2713736">
                <a:moveTo>
                  <a:pt x="0" y="0"/>
                </a:moveTo>
                <a:lnTo>
                  <a:pt x="4331715" y="0"/>
                </a:lnTo>
                <a:lnTo>
                  <a:pt x="4331715" y="2713736"/>
                </a:lnTo>
                <a:lnTo>
                  <a:pt x="0" y="271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69" r="-5769"/>
            </a:stretch>
          </a:blipFill>
        </p:spPr>
        <p:txBody>
          <a:bodyPr/>
          <a:lstStyle/>
          <a:p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7F42050-6628-E9DD-9EC4-5FE0A8DCA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" t="2892" b="4625"/>
          <a:stretch>
            <a:fillRect/>
          </a:stretch>
        </p:blipFill>
        <p:spPr>
          <a:xfrm>
            <a:off x="1676400" y="800100"/>
            <a:ext cx="163068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54537" y="-334330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4091916">
            <a:off x="12563125" y="4648198"/>
            <a:ext cx="973374" cy="726380"/>
          </a:xfrm>
          <a:custGeom>
            <a:avLst/>
            <a:gdLst/>
            <a:ahLst/>
            <a:cxnLst/>
            <a:rect l="l" t="t" r="r" b="b"/>
            <a:pathLst>
              <a:path w="973374" h="726380">
                <a:moveTo>
                  <a:pt x="0" y="0"/>
                </a:moveTo>
                <a:lnTo>
                  <a:pt x="973374" y="0"/>
                </a:lnTo>
                <a:lnTo>
                  <a:pt x="973374" y="726380"/>
                </a:lnTo>
                <a:lnTo>
                  <a:pt x="0" y="726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5333853" y="724517"/>
            <a:ext cx="1585691" cy="608365"/>
          </a:xfrm>
          <a:custGeom>
            <a:avLst/>
            <a:gdLst/>
            <a:ahLst/>
            <a:cxnLst/>
            <a:rect l="l" t="t" r="r" b="b"/>
            <a:pathLst>
              <a:path w="1585691" h="608365">
                <a:moveTo>
                  <a:pt x="0" y="0"/>
                </a:moveTo>
                <a:lnTo>
                  <a:pt x="1585690" y="0"/>
                </a:lnTo>
                <a:lnTo>
                  <a:pt x="1585690" y="608366"/>
                </a:lnTo>
                <a:lnTo>
                  <a:pt x="0" y="608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596889" y="1235815"/>
            <a:ext cx="6155635" cy="7551147"/>
          </a:xfrm>
          <a:custGeom>
            <a:avLst/>
            <a:gdLst/>
            <a:ahLst/>
            <a:cxnLst/>
            <a:rect l="l" t="t" r="r" b="b"/>
            <a:pathLst>
              <a:path w="6155635" h="7551147">
                <a:moveTo>
                  <a:pt x="0" y="0"/>
                </a:moveTo>
                <a:lnTo>
                  <a:pt x="6155635" y="0"/>
                </a:lnTo>
                <a:lnTo>
                  <a:pt x="6155635" y="7551146"/>
                </a:lnTo>
                <a:lnTo>
                  <a:pt x="0" y="7551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289" t="-3985" r="-4601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484550" y="6256675"/>
            <a:ext cx="2318312" cy="2137451"/>
          </a:xfrm>
          <a:custGeom>
            <a:avLst/>
            <a:gdLst/>
            <a:ahLst/>
            <a:cxnLst/>
            <a:rect l="l" t="t" r="r" b="b"/>
            <a:pathLst>
              <a:path w="2318312" h="2137451">
                <a:moveTo>
                  <a:pt x="0" y="0"/>
                </a:moveTo>
                <a:lnTo>
                  <a:pt x="2318312" y="0"/>
                </a:lnTo>
                <a:lnTo>
                  <a:pt x="2318312" y="2137451"/>
                </a:lnTo>
                <a:lnTo>
                  <a:pt x="0" y="2137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400224" y="2039983"/>
            <a:ext cx="4486964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STANDARD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0224" y="2779022"/>
            <a:ext cx="4486964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The standard that governs elevators, escalators, moving walkways, and power-operated doors.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03948" y="6266200"/>
            <a:ext cx="4486964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NTC – 5926 –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03948" y="6786164"/>
            <a:ext cx="4486964" cy="216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For elevators, this is part one of the standard, which establishes the safety and inspection requirements for these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54537" y="-334330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 rot="4091916">
            <a:off x="13420047" y="4512802"/>
            <a:ext cx="973374" cy="726380"/>
          </a:xfrm>
          <a:custGeom>
            <a:avLst/>
            <a:gdLst/>
            <a:ahLst/>
            <a:cxnLst/>
            <a:rect l="l" t="t" r="r" b="b"/>
            <a:pathLst>
              <a:path w="973374" h="726380">
                <a:moveTo>
                  <a:pt x="0" y="0"/>
                </a:moveTo>
                <a:lnTo>
                  <a:pt x="973373" y="0"/>
                </a:lnTo>
                <a:lnTo>
                  <a:pt x="973373" y="726380"/>
                </a:lnTo>
                <a:lnTo>
                  <a:pt x="0" y="726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5333853" y="724517"/>
            <a:ext cx="1585691" cy="608365"/>
          </a:xfrm>
          <a:custGeom>
            <a:avLst/>
            <a:gdLst/>
            <a:ahLst/>
            <a:cxnLst/>
            <a:rect l="l" t="t" r="r" b="b"/>
            <a:pathLst>
              <a:path w="1585691" h="608365">
                <a:moveTo>
                  <a:pt x="0" y="0"/>
                </a:moveTo>
                <a:lnTo>
                  <a:pt x="1585690" y="0"/>
                </a:lnTo>
                <a:lnTo>
                  <a:pt x="1585690" y="608366"/>
                </a:lnTo>
                <a:lnTo>
                  <a:pt x="0" y="608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984844" y="7120849"/>
            <a:ext cx="2318312" cy="2137451"/>
          </a:xfrm>
          <a:custGeom>
            <a:avLst/>
            <a:gdLst/>
            <a:ahLst/>
            <a:cxnLst/>
            <a:rect l="l" t="t" r="r" b="b"/>
            <a:pathLst>
              <a:path w="2318312" h="2137451">
                <a:moveTo>
                  <a:pt x="0" y="0"/>
                </a:moveTo>
                <a:lnTo>
                  <a:pt x="2318312" y="0"/>
                </a:lnTo>
                <a:lnTo>
                  <a:pt x="2318312" y="2137451"/>
                </a:lnTo>
                <a:lnTo>
                  <a:pt x="0" y="2137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97852" y="362259"/>
            <a:ext cx="6666315" cy="9562483"/>
          </a:xfrm>
          <a:custGeom>
            <a:avLst/>
            <a:gdLst/>
            <a:ahLst/>
            <a:cxnLst/>
            <a:rect l="l" t="t" r="r" b="b"/>
            <a:pathLst>
              <a:path w="6666315" h="9562483">
                <a:moveTo>
                  <a:pt x="0" y="0"/>
                </a:moveTo>
                <a:lnTo>
                  <a:pt x="6666315" y="0"/>
                </a:lnTo>
                <a:lnTo>
                  <a:pt x="6666315" y="9562482"/>
                </a:lnTo>
                <a:lnTo>
                  <a:pt x="0" y="9562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631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643706" y="1925683"/>
            <a:ext cx="4486964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STANDARD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43706" y="2666804"/>
            <a:ext cx="4486964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The standard that governs passenger and freight elevators.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2580" y="6053305"/>
            <a:ext cx="4486964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NTC – 4349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32580" y="6731759"/>
            <a:ext cx="4486964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which establishes safety requirements for the construction and installation of elevators.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64062" y="-3326232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898217" y="-1414868"/>
            <a:ext cx="7463166" cy="7399176"/>
            <a:chOff x="0" y="0"/>
            <a:chExt cx="5184140" cy="5139690"/>
          </a:xfrm>
        </p:grpSpPr>
        <p:sp>
          <p:nvSpPr>
            <p:cNvPr id="4" name="Freeform 4"/>
            <p:cNvSpPr/>
            <p:nvPr/>
          </p:nvSpPr>
          <p:spPr>
            <a:xfrm>
              <a:off x="0" y="-11452"/>
              <a:ext cx="5184162" cy="5149878"/>
            </a:xfrm>
            <a:custGeom>
              <a:avLst/>
              <a:gdLst/>
              <a:ahLst/>
              <a:cxnLst/>
              <a:rect l="l" t="t" r="r" b="b"/>
              <a:pathLst>
                <a:path w="5184162" h="5149878">
                  <a:moveTo>
                    <a:pt x="1016000" y="2536212"/>
                  </a:moveTo>
                  <a:cubicBezTo>
                    <a:pt x="1004570" y="2214902"/>
                    <a:pt x="797560" y="2007892"/>
                    <a:pt x="476250" y="1999002"/>
                  </a:cubicBezTo>
                  <a:cubicBezTo>
                    <a:pt x="213360" y="1988842"/>
                    <a:pt x="5080" y="1775482"/>
                    <a:pt x="0" y="1512592"/>
                  </a:cubicBezTo>
                  <a:cubicBezTo>
                    <a:pt x="0" y="1249702"/>
                    <a:pt x="209550" y="1033802"/>
                    <a:pt x="472440" y="1024912"/>
                  </a:cubicBezTo>
                  <a:cubicBezTo>
                    <a:pt x="796290" y="1013482"/>
                    <a:pt x="1004570" y="806472"/>
                    <a:pt x="1016000" y="483892"/>
                  </a:cubicBezTo>
                  <a:cubicBezTo>
                    <a:pt x="1018540" y="214652"/>
                    <a:pt x="1238250" y="-2518"/>
                    <a:pt x="1507490" y="22"/>
                  </a:cubicBezTo>
                  <a:cubicBezTo>
                    <a:pt x="1776730" y="2562"/>
                    <a:pt x="1993900" y="222272"/>
                    <a:pt x="1991360" y="491512"/>
                  </a:cubicBezTo>
                  <a:cubicBezTo>
                    <a:pt x="1998980" y="797582"/>
                    <a:pt x="2216150" y="1016022"/>
                    <a:pt x="2522220" y="1024912"/>
                  </a:cubicBezTo>
                  <a:cubicBezTo>
                    <a:pt x="2797810" y="1033802"/>
                    <a:pt x="3007360" y="1249702"/>
                    <a:pt x="3006090" y="1513862"/>
                  </a:cubicBezTo>
                  <a:cubicBezTo>
                    <a:pt x="3004820" y="1778022"/>
                    <a:pt x="2788920" y="1992652"/>
                    <a:pt x="2519680" y="1999002"/>
                  </a:cubicBezTo>
                  <a:cubicBezTo>
                    <a:pt x="2216150" y="2005352"/>
                    <a:pt x="1997710" y="2225062"/>
                    <a:pt x="1991360" y="2528592"/>
                  </a:cubicBezTo>
                  <a:cubicBezTo>
                    <a:pt x="1986280" y="2796562"/>
                    <a:pt x="1761490" y="3016272"/>
                    <a:pt x="1501140" y="3013732"/>
                  </a:cubicBezTo>
                  <a:cubicBezTo>
                    <a:pt x="1240790" y="3011192"/>
                    <a:pt x="1026160" y="2799102"/>
                    <a:pt x="1016000" y="2536212"/>
                  </a:cubicBezTo>
                  <a:close/>
                  <a:moveTo>
                    <a:pt x="4699000" y="3162322"/>
                  </a:moveTo>
                  <a:cubicBezTo>
                    <a:pt x="4392930" y="3153432"/>
                    <a:pt x="4175760" y="2933722"/>
                    <a:pt x="4169410" y="2627652"/>
                  </a:cubicBezTo>
                  <a:cubicBezTo>
                    <a:pt x="4157980" y="2358412"/>
                    <a:pt x="3929380" y="2148862"/>
                    <a:pt x="3658870" y="2160292"/>
                  </a:cubicBezTo>
                  <a:cubicBezTo>
                    <a:pt x="3408680" y="2171722"/>
                    <a:pt x="3206750" y="2369842"/>
                    <a:pt x="3192780" y="2621302"/>
                  </a:cubicBezTo>
                  <a:cubicBezTo>
                    <a:pt x="3181350" y="2943882"/>
                    <a:pt x="2973070" y="3150892"/>
                    <a:pt x="2649220" y="3162322"/>
                  </a:cubicBezTo>
                  <a:cubicBezTo>
                    <a:pt x="2386330" y="3171212"/>
                    <a:pt x="2175510" y="3388382"/>
                    <a:pt x="2178050" y="3650002"/>
                  </a:cubicBezTo>
                  <a:cubicBezTo>
                    <a:pt x="2180590" y="3911622"/>
                    <a:pt x="2392680" y="4127522"/>
                    <a:pt x="2653030" y="4135142"/>
                  </a:cubicBezTo>
                  <a:cubicBezTo>
                    <a:pt x="2974340" y="4145302"/>
                    <a:pt x="3181350" y="4351042"/>
                    <a:pt x="3192780" y="4673622"/>
                  </a:cubicBezTo>
                  <a:cubicBezTo>
                    <a:pt x="3202940" y="4936512"/>
                    <a:pt x="3418839" y="5148602"/>
                    <a:pt x="3677920" y="5149872"/>
                  </a:cubicBezTo>
                  <a:cubicBezTo>
                    <a:pt x="3937000" y="5151142"/>
                    <a:pt x="4164330" y="4933972"/>
                    <a:pt x="4169410" y="4666002"/>
                  </a:cubicBezTo>
                  <a:cubicBezTo>
                    <a:pt x="4174490" y="4362472"/>
                    <a:pt x="4394200" y="4142762"/>
                    <a:pt x="4697730" y="4136412"/>
                  </a:cubicBezTo>
                  <a:cubicBezTo>
                    <a:pt x="4965700" y="4130062"/>
                    <a:pt x="5181600" y="3914162"/>
                    <a:pt x="5184140" y="3651272"/>
                  </a:cubicBezTo>
                  <a:cubicBezTo>
                    <a:pt x="5186680" y="3388382"/>
                    <a:pt x="4974590" y="3169942"/>
                    <a:pt x="4699000" y="3162322"/>
                  </a:cubicBezTo>
                  <a:close/>
                  <a:moveTo>
                    <a:pt x="2579370" y="3084852"/>
                  </a:moveTo>
                  <a:cubicBezTo>
                    <a:pt x="2693670" y="3084852"/>
                    <a:pt x="2796540" y="3042942"/>
                    <a:pt x="2877820" y="2975632"/>
                  </a:cubicBezTo>
                  <a:cubicBezTo>
                    <a:pt x="3001010" y="2890542"/>
                    <a:pt x="3082290" y="2749572"/>
                    <a:pt x="3081020" y="2588282"/>
                  </a:cubicBezTo>
                  <a:cubicBezTo>
                    <a:pt x="3082290" y="2284752"/>
                    <a:pt x="3329940" y="2038372"/>
                    <a:pt x="3633470" y="2039642"/>
                  </a:cubicBezTo>
                  <a:cubicBezTo>
                    <a:pt x="3897630" y="2039642"/>
                    <a:pt x="4105910" y="1817392"/>
                    <a:pt x="4107180" y="1554502"/>
                  </a:cubicBezTo>
                  <a:cubicBezTo>
                    <a:pt x="4112260" y="1283992"/>
                    <a:pt x="3896360" y="1060472"/>
                    <a:pt x="3625850" y="1056662"/>
                  </a:cubicBezTo>
                  <a:cubicBezTo>
                    <a:pt x="3355340" y="1051582"/>
                    <a:pt x="3131820" y="1267482"/>
                    <a:pt x="3128010" y="1539262"/>
                  </a:cubicBezTo>
                  <a:cubicBezTo>
                    <a:pt x="3115310" y="1865652"/>
                    <a:pt x="2918460" y="2063772"/>
                    <a:pt x="2590800" y="2086632"/>
                  </a:cubicBezTo>
                  <a:cubicBezTo>
                    <a:pt x="2522220" y="2090442"/>
                    <a:pt x="2456180" y="2105682"/>
                    <a:pt x="2392680" y="2132352"/>
                  </a:cubicBezTo>
                  <a:cubicBezTo>
                    <a:pt x="2208530" y="2200932"/>
                    <a:pt x="2075180" y="2376192"/>
                    <a:pt x="2072640" y="2584472"/>
                  </a:cubicBezTo>
                  <a:cubicBezTo>
                    <a:pt x="2061210" y="2910862"/>
                    <a:pt x="1863090" y="3108982"/>
                    <a:pt x="1536700" y="3131842"/>
                  </a:cubicBezTo>
                  <a:cubicBezTo>
                    <a:pt x="1460500" y="3135652"/>
                    <a:pt x="1385570" y="3154702"/>
                    <a:pt x="1316990" y="3187722"/>
                  </a:cubicBezTo>
                  <a:cubicBezTo>
                    <a:pt x="1103630" y="3294402"/>
                    <a:pt x="999490" y="3540782"/>
                    <a:pt x="1073150" y="3768112"/>
                  </a:cubicBezTo>
                  <a:cubicBezTo>
                    <a:pt x="1145540" y="3994172"/>
                    <a:pt x="1369060" y="4136412"/>
                    <a:pt x="1605280" y="4105932"/>
                  </a:cubicBezTo>
                  <a:cubicBezTo>
                    <a:pt x="1842770" y="4075452"/>
                    <a:pt x="2029460" y="3878602"/>
                    <a:pt x="2028190" y="3633492"/>
                  </a:cubicBezTo>
                  <a:cubicBezTo>
                    <a:pt x="2029460" y="3328692"/>
                    <a:pt x="2275840" y="3083582"/>
                    <a:pt x="2579370" y="3084852"/>
                  </a:cubicBezTo>
                  <a:close/>
                </a:path>
              </a:pathLst>
            </a:custGeom>
            <a:blipFill>
              <a:blip r:embed="rId2"/>
              <a:stretch>
                <a:fillRect l="-24503" r="-24503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90308" y="2388791"/>
            <a:ext cx="5404905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A person with demonstrated ability to apply knowledge and skills to a given work activity.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341276" y="3775322"/>
            <a:ext cx="7463166" cy="7399176"/>
            <a:chOff x="0" y="0"/>
            <a:chExt cx="5184140" cy="5139690"/>
          </a:xfrm>
        </p:grpSpPr>
        <p:sp>
          <p:nvSpPr>
            <p:cNvPr id="7" name="Freeform 7"/>
            <p:cNvSpPr/>
            <p:nvPr/>
          </p:nvSpPr>
          <p:spPr>
            <a:xfrm>
              <a:off x="0" y="-11452"/>
              <a:ext cx="5184162" cy="5149878"/>
            </a:xfrm>
            <a:custGeom>
              <a:avLst/>
              <a:gdLst/>
              <a:ahLst/>
              <a:cxnLst/>
              <a:rect l="l" t="t" r="r" b="b"/>
              <a:pathLst>
                <a:path w="5184162" h="5149878">
                  <a:moveTo>
                    <a:pt x="1016000" y="2536212"/>
                  </a:moveTo>
                  <a:cubicBezTo>
                    <a:pt x="1004570" y="2214902"/>
                    <a:pt x="797560" y="2007892"/>
                    <a:pt x="476250" y="1999002"/>
                  </a:cubicBezTo>
                  <a:cubicBezTo>
                    <a:pt x="213360" y="1988842"/>
                    <a:pt x="5080" y="1775482"/>
                    <a:pt x="0" y="1512592"/>
                  </a:cubicBezTo>
                  <a:cubicBezTo>
                    <a:pt x="0" y="1249702"/>
                    <a:pt x="209550" y="1033802"/>
                    <a:pt x="472440" y="1024912"/>
                  </a:cubicBezTo>
                  <a:cubicBezTo>
                    <a:pt x="796290" y="1013482"/>
                    <a:pt x="1004570" y="806472"/>
                    <a:pt x="1016000" y="483892"/>
                  </a:cubicBezTo>
                  <a:cubicBezTo>
                    <a:pt x="1018540" y="214652"/>
                    <a:pt x="1238250" y="-2518"/>
                    <a:pt x="1507490" y="22"/>
                  </a:cubicBezTo>
                  <a:cubicBezTo>
                    <a:pt x="1776730" y="2562"/>
                    <a:pt x="1993900" y="222272"/>
                    <a:pt x="1991360" y="491512"/>
                  </a:cubicBezTo>
                  <a:cubicBezTo>
                    <a:pt x="1998980" y="797582"/>
                    <a:pt x="2216150" y="1016022"/>
                    <a:pt x="2522220" y="1024912"/>
                  </a:cubicBezTo>
                  <a:cubicBezTo>
                    <a:pt x="2797810" y="1033802"/>
                    <a:pt x="3007360" y="1249702"/>
                    <a:pt x="3006090" y="1513862"/>
                  </a:cubicBezTo>
                  <a:cubicBezTo>
                    <a:pt x="3004820" y="1778022"/>
                    <a:pt x="2788920" y="1992652"/>
                    <a:pt x="2519680" y="1999002"/>
                  </a:cubicBezTo>
                  <a:cubicBezTo>
                    <a:pt x="2216150" y="2005352"/>
                    <a:pt x="1997710" y="2225062"/>
                    <a:pt x="1991360" y="2528592"/>
                  </a:cubicBezTo>
                  <a:cubicBezTo>
                    <a:pt x="1986280" y="2796562"/>
                    <a:pt x="1761490" y="3016272"/>
                    <a:pt x="1501140" y="3013732"/>
                  </a:cubicBezTo>
                  <a:cubicBezTo>
                    <a:pt x="1240790" y="3011192"/>
                    <a:pt x="1026160" y="2799102"/>
                    <a:pt x="1016000" y="2536212"/>
                  </a:cubicBezTo>
                  <a:close/>
                  <a:moveTo>
                    <a:pt x="4699000" y="3162322"/>
                  </a:moveTo>
                  <a:cubicBezTo>
                    <a:pt x="4392930" y="3153432"/>
                    <a:pt x="4175760" y="2933722"/>
                    <a:pt x="4169410" y="2627652"/>
                  </a:cubicBezTo>
                  <a:cubicBezTo>
                    <a:pt x="4157980" y="2358412"/>
                    <a:pt x="3929380" y="2148862"/>
                    <a:pt x="3658870" y="2160292"/>
                  </a:cubicBezTo>
                  <a:cubicBezTo>
                    <a:pt x="3408680" y="2171722"/>
                    <a:pt x="3206750" y="2369842"/>
                    <a:pt x="3192780" y="2621302"/>
                  </a:cubicBezTo>
                  <a:cubicBezTo>
                    <a:pt x="3181350" y="2943882"/>
                    <a:pt x="2973070" y="3150892"/>
                    <a:pt x="2649220" y="3162322"/>
                  </a:cubicBezTo>
                  <a:cubicBezTo>
                    <a:pt x="2386330" y="3171212"/>
                    <a:pt x="2175510" y="3388382"/>
                    <a:pt x="2178050" y="3650002"/>
                  </a:cubicBezTo>
                  <a:cubicBezTo>
                    <a:pt x="2180590" y="3911622"/>
                    <a:pt x="2392680" y="4127522"/>
                    <a:pt x="2653030" y="4135142"/>
                  </a:cubicBezTo>
                  <a:cubicBezTo>
                    <a:pt x="2974340" y="4145302"/>
                    <a:pt x="3181350" y="4351042"/>
                    <a:pt x="3192780" y="4673622"/>
                  </a:cubicBezTo>
                  <a:cubicBezTo>
                    <a:pt x="3202940" y="4936512"/>
                    <a:pt x="3418839" y="5148602"/>
                    <a:pt x="3677920" y="5149872"/>
                  </a:cubicBezTo>
                  <a:cubicBezTo>
                    <a:pt x="3937000" y="5151142"/>
                    <a:pt x="4164330" y="4933972"/>
                    <a:pt x="4169410" y="4666002"/>
                  </a:cubicBezTo>
                  <a:cubicBezTo>
                    <a:pt x="4174490" y="4362472"/>
                    <a:pt x="4394200" y="4142762"/>
                    <a:pt x="4697730" y="4136412"/>
                  </a:cubicBezTo>
                  <a:cubicBezTo>
                    <a:pt x="4965700" y="4130062"/>
                    <a:pt x="5181600" y="3914162"/>
                    <a:pt x="5184140" y="3651272"/>
                  </a:cubicBezTo>
                  <a:cubicBezTo>
                    <a:pt x="5186680" y="3388382"/>
                    <a:pt x="4974590" y="3169942"/>
                    <a:pt x="4699000" y="3162322"/>
                  </a:cubicBezTo>
                  <a:close/>
                  <a:moveTo>
                    <a:pt x="2579370" y="3084852"/>
                  </a:moveTo>
                  <a:cubicBezTo>
                    <a:pt x="2693670" y="3084852"/>
                    <a:pt x="2796540" y="3042942"/>
                    <a:pt x="2877820" y="2975632"/>
                  </a:cubicBezTo>
                  <a:cubicBezTo>
                    <a:pt x="3001010" y="2890542"/>
                    <a:pt x="3082290" y="2749572"/>
                    <a:pt x="3081020" y="2588282"/>
                  </a:cubicBezTo>
                  <a:cubicBezTo>
                    <a:pt x="3082290" y="2284752"/>
                    <a:pt x="3329940" y="2038372"/>
                    <a:pt x="3633470" y="2039642"/>
                  </a:cubicBezTo>
                  <a:cubicBezTo>
                    <a:pt x="3897630" y="2039642"/>
                    <a:pt x="4105910" y="1817392"/>
                    <a:pt x="4107180" y="1554502"/>
                  </a:cubicBezTo>
                  <a:cubicBezTo>
                    <a:pt x="4112260" y="1283992"/>
                    <a:pt x="3896360" y="1060472"/>
                    <a:pt x="3625850" y="1056662"/>
                  </a:cubicBezTo>
                  <a:cubicBezTo>
                    <a:pt x="3355340" y="1051582"/>
                    <a:pt x="3131820" y="1267482"/>
                    <a:pt x="3128010" y="1539262"/>
                  </a:cubicBezTo>
                  <a:cubicBezTo>
                    <a:pt x="3115310" y="1865652"/>
                    <a:pt x="2918460" y="2063772"/>
                    <a:pt x="2590800" y="2086632"/>
                  </a:cubicBezTo>
                  <a:cubicBezTo>
                    <a:pt x="2522220" y="2090442"/>
                    <a:pt x="2456180" y="2105682"/>
                    <a:pt x="2392680" y="2132352"/>
                  </a:cubicBezTo>
                  <a:cubicBezTo>
                    <a:pt x="2208530" y="2200932"/>
                    <a:pt x="2075180" y="2376192"/>
                    <a:pt x="2072640" y="2584472"/>
                  </a:cubicBezTo>
                  <a:cubicBezTo>
                    <a:pt x="2061210" y="2910862"/>
                    <a:pt x="1863090" y="3108982"/>
                    <a:pt x="1536700" y="3131842"/>
                  </a:cubicBezTo>
                  <a:cubicBezTo>
                    <a:pt x="1460500" y="3135652"/>
                    <a:pt x="1385570" y="3154702"/>
                    <a:pt x="1316990" y="3187722"/>
                  </a:cubicBezTo>
                  <a:cubicBezTo>
                    <a:pt x="1103630" y="3294402"/>
                    <a:pt x="999490" y="3540782"/>
                    <a:pt x="1073150" y="3768112"/>
                  </a:cubicBezTo>
                  <a:cubicBezTo>
                    <a:pt x="1145540" y="3994172"/>
                    <a:pt x="1369060" y="4136412"/>
                    <a:pt x="1605280" y="4105932"/>
                  </a:cubicBezTo>
                  <a:cubicBezTo>
                    <a:pt x="1842770" y="4075452"/>
                    <a:pt x="2029460" y="3878602"/>
                    <a:pt x="2028190" y="3633492"/>
                  </a:cubicBezTo>
                  <a:cubicBezTo>
                    <a:pt x="2029460" y="3328692"/>
                    <a:pt x="2275840" y="3083582"/>
                    <a:pt x="2579370" y="3084852"/>
                  </a:cubicBezTo>
                  <a:close/>
                </a:path>
              </a:pathLst>
            </a:custGeom>
            <a:blipFill>
              <a:blip r:embed="rId3"/>
              <a:stretch>
                <a:fillRect l="-24550" r="-24550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8" name="Freeform 8"/>
          <p:cNvSpPr/>
          <p:nvPr/>
        </p:nvSpPr>
        <p:spPr>
          <a:xfrm rot="3932136">
            <a:off x="8053354" y="4637676"/>
            <a:ext cx="1285246" cy="959115"/>
          </a:xfrm>
          <a:custGeom>
            <a:avLst/>
            <a:gdLst/>
            <a:ahLst/>
            <a:cxnLst/>
            <a:rect l="l" t="t" r="r" b="b"/>
            <a:pathLst>
              <a:path w="1285246" h="959115">
                <a:moveTo>
                  <a:pt x="0" y="0"/>
                </a:moveTo>
                <a:lnTo>
                  <a:pt x="1285246" y="0"/>
                </a:lnTo>
                <a:lnTo>
                  <a:pt x="1285246" y="959115"/>
                </a:lnTo>
                <a:lnTo>
                  <a:pt x="0" y="959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3849278" y="1315653"/>
            <a:ext cx="4486964" cy="89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COMPETENT PERSON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98217" y="6733950"/>
            <a:ext cx="4486964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INSPECTION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47191" y="7360771"/>
            <a:ext cx="6389016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Examination of a product's design and the product itself, and determination of its conformity with specific requirements or on the basis of professional judgment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155721" y="960892"/>
            <a:ext cx="1799702" cy="690473"/>
          </a:xfrm>
          <a:custGeom>
            <a:avLst/>
            <a:gdLst/>
            <a:ahLst/>
            <a:cxnLst/>
            <a:rect l="l" t="t" r="r" b="b"/>
            <a:pathLst>
              <a:path w="1799702" h="690473">
                <a:moveTo>
                  <a:pt x="0" y="0"/>
                </a:moveTo>
                <a:lnTo>
                  <a:pt x="1799702" y="0"/>
                </a:lnTo>
                <a:lnTo>
                  <a:pt x="1799702" y="690473"/>
                </a:lnTo>
                <a:lnTo>
                  <a:pt x="0" y="690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49293"/>
            <a:ext cx="18075829" cy="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178935" y="2161645"/>
            <a:ext cx="3907549" cy="3892315"/>
            <a:chOff x="0" y="0"/>
            <a:chExt cx="4560570" cy="4542790"/>
          </a:xfrm>
        </p:grpSpPr>
        <p:sp>
          <p:nvSpPr>
            <p:cNvPr id="5" name="Freeform 5"/>
            <p:cNvSpPr/>
            <p:nvPr/>
          </p:nvSpPr>
          <p:spPr>
            <a:xfrm>
              <a:off x="-84" y="-84"/>
              <a:ext cx="4560739" cy="4542958"/>
            </a:xfrm>
            <a:custGeom>
              <a:avLst/>
              <a:gdLst/>
              <a:ahLst/>
              <a:cxnLst/>
              <a:rect l="l" t="t" r="r" b="b"/>
              <a:pathLst>
                <a:path w="4560739" h="4542958">
                  <a:moveTo>
                    <a:pt x="25484" y="1671404"/>
                  </a:moveTo>
                  <a:cubicBezTo>
                    <a:pt x="25484" y="1380574"/>
                    <a:pt x="259164" y="1134194"/>
                    <a:pt x="549994" y="1134194"/>
                  </a:cubicBezTo>
                  <a:cubicBezTo>
                    <a:pt x="882734" y="1136734"/>
                    <a:pt x="1155784" y="868764"/>
                    <a:pt x="1158324" y="536024"/>
                  </a:cubicBezTo>
                  <a:cubicBezTo>
                    <a:pt x="1158324" y="532214"/>
                    <a:pt x="1158324" y="527134"/>
                    <a:pt x="1158324" y="523324"/>
                  </a:cubicBezTo>
                  <a:cubicBezTo>
                    <a:pt x="1157054" y="238844"/>
                    <a:pt x="1403434" y="5164"/>
                    <a:pt x="1689184" y="84"/>
                  </a:cubicBezTo>
                  <a:cubicBezTo>
                    <a:pt x="1974934" y="-4996"/>
                    <a:pt x="2223854" y="221064"/>
                    <a:pt x="2240364" y="506814"/>
                  </a:cubicBezTo>
                  <a:cubicBezTo>
                    <a:pt x="2256874" y="792564"/>
                    <a:pt x="2047324" y="1049104"/>
                    <a:pt x="1764114" y="1080854"/>
                  </a:cubicBezTo>
                  <a:cubicBezTo>
                    <a:pt x="1706964" y="1087204"/>
                    <a:pt x="1648544" y="1084664"/>
                    <a:pt x="1592664" y="1094824"/>
                  </a:cubicBezTo>
                  <a:cubicBezTo>
                    <a:pt x="1287864" y="1151974"/>
                    <a:pt x="1087204" y="1419944"/>
                    <a:pt x="1112604" y="1731094"/>
                  </a:cubicBezTo>
                  <a:cubicBezTo>
                    <a:pt x="1138004" y="2042244"/>
                    <a:pt x="1386924" y="2254334"/>
                    <a:pt x="1691724" y="2261954"/>
                  </a:cubicBezTo>
                  <a:cubicBezTo>
                    <a:pt x="2027004" y="2269574"/>
                    <a:pt x="2269574" y="2533734"/>
                    <a:pt x="2239094" y="2858854"/>
                  </a:cubicBezTo>
                  <a:cubicBezTo>
                    <a:pt x="2213694" y="3139524"/>
                    <a:pt x="1964774" y="3356694"/>
                    <a:pt x="1680294" y="3346534"/>
                  </a:cubicBezTo>
                  <a:cubicBezTo>
                    <a:pt x="1395814" y="3336374"/>
                    <a:pt x="1157054" y="3102694"/>
                    <a:pt x="1158324" y="2820754"/>
                  </a:cubicBezTo>
                  <a:cubicBezTo>
                    <a:pt x="1160864" y="2488014"/>
                    <a:pt x="892894" y="2214964"/>
                    <a:pt x="560154" y="2212424"/>
                  </a:cubicBezTo>
                  <a:cubicBezTo>
                    <a:pt x="557614" y="2212424"/>
                    <a:pt x="555074" y="2212424"/>
                    <a:pt x="552534" y="2212424"/>
                  </a:cubicBezTo>
                  <a:cubicBezTo>
                    <a:pt x="257894" y="2213694"/>
                    <a:pt x="25484" y="1966044"/>
                    <a:pt x="25484" y="1671404"/>
                  </a:cubicBezTo>
                  <a:close/>
                  <a:moveTo>
                    <a:pt x="2875364" y="84"/>
                  </a:moveTo>
                  <a:cubicBezTo>
                    <a:pt x="3167464" y="84"/>
                    <a:pt x="3413844" y="233764"/>
                    <a:pt x="3413844" y="524594"/>
                  </a:cubicBezTo>
                  <a:cubicBezTo>
                    <a:pt x="3413844" y="877654"/>
                    <a:pt x="3709754" y="1135464"/>
                    <a:pt x="4037414" y="1132924"/>
                  </a:cubicBezTo>
                  <a:cubicBezTo>
                    <a:pt x="4321894" y="1131654"/>
                    <a:pt x="4555574" y="1378034"/>
                    <a:pt x="4560654" y="1663784"/>
                  </a:cubicBezTo>
                  <a:cubicBezTo>
                    <a:pt x="4565734" y="1953344"/>
                    <a:pt x="4342214" y="2195914"/>
                    <a:pt x="4052654" y="2214964"/>
                  </a:cubicBezTo>
                  <a:cubicBezTo>
                    <a:pt x="3765634" y="2232744"/>
                    <a:pt x="3511634" y="2021924"/>
                    <a:pt x="3479884" y="1738714"/>
                  </a:cubicBezTo>
                  <a:cubicBezTo>
                    <a:pt x="3473534" y="1681564"/>
                    <a:pt x="3476074" y="1623144"/>
                    <a:pt x="3464644" y="1567264"/>
                  </a:cubicBezTo>
                  <a:cubicBezTo>
                    <a:pt x="3407494" y="1262464"/>
                    <a:pt x="3128094" y="1061804"/>
                    <a:pt x="2815674" y="1087204"/>
                  </a:cubicBezTo>
                  <a:cubicBezTo>
                    <a:pt x="2523574" y="1111334"/>
                    <a:pt x="2293704" y="1361524"/>
                    <a:pt x="2286084" y="1666324"/>
                  </a:cubicBezTo>
                  <a:cubicBezTo>
                    <a:pt x="2278464" y="2001604"/>
                    <a:pt x="2013034" y="2244174"/>
                    <a:pt x="1689184" y="2213694"/>
                  </a:cubicBezTo>
                  <a:cubicBezTo>
                    <a:pt x="1408514" y="2188294"/>
                    <a:pt x="1191344" y="1939374"/>
                    <a:pt x="1201504" y="1654894"/>
                  </a:cubicBezTo>
                  <a:cubicBezTo>
                    <a:pt x="1211664" y="1370414"/>
                    <a:pt x="1445344" y="1131654"/>
                    <a:pt x="1726014" y="1132924"/>
                  </a:cubicBezTo>
                  <a:cubicBezTo>
                    <a:pt x="2058754" y="1136734"/>
                    <a:pt x="2330534" y="870034"/>
                    <a:pt x="2334344" y="537294"/>
                  </a:cubicBezTo>
                  <a:cubicBezTo>
                    <a:pt x="2334344" y="533484"/>
                    <a:pt x="2334344" y="530944"/>
                    <a:pt x="2334344" y="527134"/>
                  </a:cubicBezTo>
                  <a:cubicBezTo>
                    <a:pt x="2333074" y="232494"/>
                    <a:pt x="2580724" y="84"/>
                    <a:pt x="2875364" y="84"/>
                  </a:cubicBezTo>
                  <a:close/>
                  <a:moveTo>
                    <a:pt x="4547954" y="2858854"/>
                  </a:moveTo>
                  <a:cubicBezTo>
                    <a:pt x="4547954" y="3149684"/>
                    <a:pt x="4314274" y="3396064"/>
                    <a:pt x="4023444" y="3396064"/>
                  </a:cubicBezTo>
                  <a:cubicBezTo>
                    <a:pt x="3669114" y="3396064"/>
                    <a:pt x="3412574" y="3691974"/>
                    <a:pt x="3413844" y="4019634"/>
                  </a:cubicBezTo>
                  <a:cubicBezTo>
                    <a:pt x="3416384" y="4304114"/>
                    <a:pt x="3170004" y="4537794"/>
                    <a:pt x="2884254" y="4542874"/>
                  </a:cubicBezTo>
                  <a:cubicBezTo>
                    <a:pt x="2598504" y="4547954"/>
                    <a:pt x="2349584" y="4321894"/>
                    <a:pt x="2331804" y="4036144"/>
                  </a:cubicBezTo>
                  <a:cubicBezTo>
                    <a:pt x="2314024" y="3750394"/>
                    <a:pt x="2526114" y="3493854"/>
                    <a:pt x="2809324" y="3462104"/>
                  </a:cubicBezTo>
                  <a:cubicBezTo>
                    <a:pt x="2866474" y="3455754"/>
                    <a:pt x="2924894" y="3458294"/>
                    <a:pt x="2980774" y="3448134"/>
                  </a:cubicBezTo>
                  <a:cubicBezTo>
                    <a:pt x="3285574" y="3390984"/>
                    <a:pt x="3486234" y="3110314"/>
                    <a:pt x="3460834" y="2797894"/>
                  </a:cubicBezTo>
                  <a:cubicBezTo>
                    <a:pt x="3436704" y="2505794"/>
                    <a:pt x="3186514" y="2250524"/>
                    <a:pt x="2881714" y="2242904"/>
                  </a:cubicBezTo>
                  <a:cubicBezTo>
                    <a:pt x="2546434" y="2235284"/>
                    <a:pt x="2316564" y="1969854"/>
                    <a:pt x="2345774" y="1646004"/>
                  </a:cubicBezTo>
                  <a:cubicBezTo>
                    <a:pt x="2372444" y="1365334"/>
                    <a:pt x="2608664" y="1148164"/>
                    <a:pt x="2893144" y="1158324"/>
                  </a:cubicBezTo>
                  <a:cubicBezTo>
                    <a:pt x="3176354" y="1168484"/>
                    <a:pt x="3402414" y="1400894"/>
                    <a:pt x="3402414" y="1684104"/>
                  </a:cubicBezTo>
                  <a:cubicBezTo>
                    <a:pt x="3401144" y="2030814"/>
                    <a:pt x="3693244" y="2317834"/>
                    <a:pt x="4020904" y="2316564"/>
                  </a:cubicBezTo>
                  <a:cubicBezTo>
                    <a:pt x="4315544" y="2316564"/>
                    <a:pt x="4547954" y="2564214"/>
                    <a:pt x="4547954" y="2858854"/>
                  </a:cubicBezTo>
                  <a:close/>
                  <a:moveTo>
                    <a:pt x="1696804" y="4530174"/>
                  </a:moveTo>
                  <a:cubicBezTo>
                    <a:pt x="1405974" y="4530174"/>
                    <a:pt x="1159594" y="4296494"/>
                    <a:pt x="1159594" y="4005664"/>
                  </a:cubicBezTo>
                  <a:cubicBezTo>
                    <a:pt x="1159594" y="3652604"/>
                    <a:pt x="850984" y="3394794"/>
                    <a:pt x="523324" y="3397334"/>
                  </a:cubicBezTo>
                  <a:cubicBezTo>
                    <a:pt x="238844" y="3398604"/>
                    <a:pt x="5164" y="3152224"/>
                    <a:pt x="84" y="2866474"/>
                  </a:cubicBezTo>
                  <a:cubicBezTo>
                    <a:pt x="-4996" y="2580724"/>
                    <a:pt x="221064" y="2331804"/>
                    <a:pt x="506814" y="2314024"/>
                  </a:cubicBezTo>
                  <a:cubicBezTo>
                    <a:pt x="792564" y="2296244"/>
                    <a:pt x="1049104" y="2508334"/>
                    <a:pt x="1080854" y="2791544"/>
                  </a:cubicBezTo>
                  <a:cubicBezTo>
                    <a:pt x="1087204" y="2848694"/>
                    <a:pt x="1084664" y="2907114"/>
                    <a:pt x="1094824" y="2962994"/>
                  </a:cubicBezTo>
                  <a:cubicBezTo>
                    <a:pt x="1151974" y="3267794"/>
                    <a:pt x="1445344" y="3468454"/>
                    <a:pt x="1756494" y="3443054"/>
                  </a:cubicBezTo>
                  <a:cubicBezTo>
                    <a:pt x="2067644" y="3417654"/>
                    <a:pt x="2292434" y="3168734"/>
                    <a:pt x="2300054" y="2863934"/>
                  </a:cubicBezTo>
                  <a:cubicBezTo>
                    <a:pt x="2307674" y="2528654"/>
                    <a:pt x="2571834" y="2286084"/>
                    <a:pt x="2896954" y="2316564"/>
                  </a:cubicBezTo>
                  <a:cubicBezTo>
                    <a:pt x="3177624" y="2341964"/>
                    <a:pt x="3394794" y="2590884"/>
                    <a:pt x="3384634" y="2875364"/>
                  </a:cubicBezTo>
                  <a:cubicBezTo>
                    <a:pt x="3374474" y="3159843"/>
                    <a:pt x="3140794" y="3398604"/>
                    <a:pt x="2858854" y="3397334"/>
                  </a:cubicBezTo>
                  <a:cubicBezTo>
                    <a:pt x="2512144" y="3396064"/>
                    <a:pt x="2237824" y="3675464"/>
                    <a:pt x="2239094" y="4003124"/>
                  </a:cubicBezTo>
                  <a:cubicBezTo>
                    <a:pt x="2239094" y="4297764"/>
                    <a:pt x="1991444" y="4530174"/>
                    <a:pt x="1696804" y="4530174"/>
                  </a:cubicBezTo>
                  <a:close/>
                </a:path>
              </a:pathLst>
            </a:custGeom>
            <a:blipFill>
              <a:blip r:embed="rId2"/>
              <a:stretch>
                <a:fillRect l="-18481" r="-18481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656771" y="2161645"/>
            <a:ext cx="3894438" cy="3892315"/>
            <a:chOff x="0" y="0"/>
            <a:chExt cx="4658360" cy="4655820"/>
          </a:xfrm>
        </p:grpSpPr>
        <p:sp>
          <p:nvSpPr>
            <p:cNvPr id="7" name="Freeform 7"/>
            <p:cNvSpPr/>
            <p:nvPr/>
          </p:nvSpPr>
          <p:spPr>
            <a:xfrm>
              <a:off x="0" y="965"/>
              <a:ext cx="4658360" cy="4656129"/>
            </a:xfrm>
            <a:custGeom>
              <a:avLst/>
              <a:gdLst/>
              <a:ahLst/>
              <a:cxnLst/>
              <a:rect l="l" t="t" r="r" b="b"/>
              <a:pathLst>
                <a:path w="4658360" h="4656129">
                  <a:moveTo>
                    <a:pt x="4658360" y="2283765"/>
                  </a:moveTo>
                  <a:cubicBezTo>
                    <a:pt x="4654550" y="2761285"/>
                    <a:pt x="4324350" y="3091485"/>
                    <a:pt x="3882390" y="3105455"/>
                  </a:cubicBezTo>
                  <a:cubicBezTo>
                    <a:pt x="3511550" y="3116885"/>
                    <a:pt x="3215640" y="3346755"/>
                    <a:pt x="3130550" y="3690925"/>
                  </a:cubicBezTo>
                  <a:cubicBezTo>
                    <a:pt x="3115310" y="3760775"/>
                    <a:pt x="3107690" y="3833165"/>
                    <a:pt x="3106420" y="3904285"/>
                  </a:cubicBezTo>
                  <a:cubicBezTo>
                    <a:pt x="3088640" y="4329735"/>
                    <a:pt x="2748280" y="4657394"/>
                    <a:pt x="2325370" y="4656125"/>
                  </a:cubicBezTo>
                  <a:cubicBezTo>
                    <a:pt x="1902460" y="4654855"/>
                    <a:pt x="1565910" y="4322115"/>
                    <a:pt x="1553210" y="3896665"/>
                  </a:cubicBezTo>
                  <a:cubicBezTo>
                    <a:pt x="1539240" y="3430575"/>
                    <a:pt x="1230630" y="3121965"/>
                    <a:pt x="760730" y="3105455"/>
                  </a:cubicBezTo>
                  <a:cubicBezTo>
                    <a:pt x="334010" y="3088945"/>
                    <a:pt x="1270" y="2751125"/>
                    <a:pt x="0" y="2332025"/>
                  </a:cubicBezTo>
                  <a:cubicBezTo>
                    <a:pt x="0" y="1911655"/>
                    <a:pt x="332740" y="1566215"/>
                    <a:pt x="753110" y="1550975"/>
                  </a:cubicBezTo>
                  <a:cubicBezTo>
                    <a:pt x="1236980" y="1531925"/>
                    <a:pt x="1536700" y="1232205"/>
                    <a:pt x="1553210" y="749605"/>
                  </a:cubicBezTo>
                  <a:cubicBezTo>
                    <a:pt x="1568450" y="339395"/>
                    <a:pt x="1899920" y="10465"/>
                    <a:pt x="2310130" y="305"/>
                  </a:cubicBezTo>
                  <a:cubicBezTo>
                    <a:pt x="2716530" y="-11125"/>
                    <a:pt x="3068320" y="300025"/>
                    <a:pt x="3102610" y="701345"/>
                  </a:cubicBezTo>
                  <a:cubicBezTo>
                    <a:pt x="3136900" y="1102665"/>
                    <a:pt x="2856230" y="1478585"/>
                    <a:pt x="2448560" y="1540815"/>
                  </a:cubicBezTo>
                  <a:cubicBezTo>
                    <a:pt x="2369820" y="1553515"/>
                    <a:pt x="2287270" y="1549705"/>
                    <a:pt x="2208530" y="1562405"/>
                  </a:cubicBezTo>
                  <a:cubicBezTo>
                    <a:pt x="1800860" y="1627175"/>
                    <a:pt x="1513840" y="1999285"/>
                    <a:pt x="1555750" y="2403145"/>
                  </a:cubicBezTo>
                  <a:cubicBezTo>
                    <a:pt x="1597660" y="2807005"/>
                    <a:pt x="1945640" y="3116885"/>
                    <a:pt x="2349500" y="3105455"/>
                  </a:cubicBezTo>
                  <a:cubicBezTo>
                    <a:pt x="2763520" y="3095295"/>
                    <a:pt x="3096260" y="2761285"/>
                    <a:pt x="3105150" y="2347265"/>
                  </a:cubicBezTo>
                  <a:cubicBezTo>
                    <a:pt x="3115310" y="2006905"/>
                    <a:pt x="3265170" y="1752905"/>
                    <a:pt x="3577590" y="1617015"/>
                  </a:cubicBezTo>
                  <a:cubicBezTo>
                    <a:pt x="3890010" y="1481125"/>
                    <a:pt x="4154170" y="1540815"/>
                    <a:pt x="4398010" y="1750365"/>
                  </a:cubicBezTo>
                  <a:cubicBezTo>
                    <a:pt x="4573270" y="1901495"/>
                    <a:pt x="4654550" y="2100885"/>
                    <a:pt x="4658360" y="2283765"/>
                  </a:cubicBezTo>
                  <a:close/>
                  <a:moveTo>
                    <a:pt x="730250" y="3226105"/>
                  </a:moveTo>
                  <a:cubicBezTo>
                    <a:pt x="1084580" y="3223565"/>
                    <a:pt x="1375410" y="3509315"/>
                    <a:pt x="1377950" y="3859835"/>
                  </a:cubicBezTo>
                  <a:cubicBezTo>
                    <a:pt x="1381760" y="4216705"/>
                    <a:pt x="1097280" y="4508805"/>
                    <a:pt x="740410" y="4512615"/>
                  </a:cubicBezTo>
                  <a:cubicBezTo>
                    <a:pt x="740410" y="4512615"/>
                    <a:pt x="739140" y="4512615"/>
                    <a:pt x="739140" y="4512615"/>
                  </a:cubicBezTo>
                  <a:cubicBezTo>
                    <a:pt x="386080" y="4516425"/>
                    <a:pt x="92710" y="4225595"/>
                    <a:pt x="91440" y="3868725"/>
                  </a:cubicBezTo>
                  <a:cubicBezTo>
                    <a:pt x="90170" y="3511855"/>
                    <a:pt x="378460" y="3228645"/>
                    <a:pt x="730250" y="3226105"/>
                  </a:cubicBezTo>
                  <a:close/>
                  <a:moveTo>
                    <a:pt x="764540" y="117145"/>
                  </a:moveTo>
                  <a:cubicBezTo>
                    <a:pt x="1118870" y="114605"/>
                    <a:pt x="1409700" y="400355"/>
                    <a:pt x="1412240" y="750875"/>
                  </a:cubicBezTo>
                  <a:cubicBezTo>
                    <a:pt x="1416050" y="1107745"/>
                    <a:pt x="1131570" y="1399845"/>
                    <a:pt x="774700" y="1403655"/>
                  </a:cubicBezTo>
                  <a:cubicBezTo>
                    <a:pt x="774700" y="1403655"/>
                    <a:pt x="773430" y="1403655"/>
                    <a:pt x="773430" y="1403655"/>
                  </a:cubicBezTo>
                  <a:cubicBezTo>
                    <a:pt x="420370" y="1407465"/>
                    <a:pt x="127000" y="1115365"/>
                    <a:pt x="125730" y="759765"/>
                  </a:cubicBezTo>
                  <a:cubicBezTo>
                    <a:pt x="124460" y="404165"/>
                    <a:pt x="412750" y="119685"/>
                    <a:pt x="764540" y="117145"/>
                  </a:cubicBezTo>
                  <a:close/>
                  <a:moveTo>
                    <a:pt x="3893820" y="3226105"/>
                  </a:moveTo>
                  <a:cubicBezTo>
                    <a:pt x="4246880" y="3223565"/>
                    <a:pt x="4538980" y="3509315"/>
                    <a:pt x="4541520" y="3859835"/>
                  </a:cubicBezTo>
                  <a:cubicBezTo>
                    <a:pt x="4545330" y="4216705"/>
                    <a:pt x="4260850" y="4508805"/>
                    <a:pt x="3903980" y="4512615"/>
                  </a:cubicBezTo>
                  <a:cubicBezTo>
                    <a:pt x="3903980" y="4512615"/>
                    <a:pt x="3902710" y="4512615"/>
                    <a:pt x="3902710" y="4512615"/>
                  </a:cubicBezTo>
                  <a:cubicBezTo>
                    <a:pt x="3549650" y="4516425"/>
                    <a:pt x="3256280" y="4225595"/>
                    <a:pt x="3253740" y="3868725"/>
                  </a:cubicBezTo>
                  <a:cubicBezTo>
                    <a:pt x="3251200" y="3511855"/>
                    <a:pt x="3542030" y="3228645"/>
                    <a:pt x="3893820" y="3226105"/>
                  </a:cubicBezTo>
                  <a:close/>
                  <a:moveTo>
                    <a:pt x="3902710" y="73965"/>
                  </a:moveTo>
                  <a:cubicBezTo>
                    <a:pt x="3550920" y="73965"/>
                    <a:pt x="3260090" y="362255"/>
                    <a:pt x="3260090" y="712775"/>
                  </a:cubicBezTo>
                  <a:cubicBezTo>
                    <a:pt x="3258820" y="725475"/>
                    <a:pt x="3260090" y="738175"/>
                    <a:pt x="3260090" y="752145"/>
                  </a:cubicBezTo>
                  <a:cubicBezTo>
                    <a:pt x="3260090" y="766115"/>
                    <a:pt x="3258820" y="781355"/>
                    <a:pt x="3258820" y="796595"/>
                  </a:cubicBezTo>
                  <a:cubicBezTo>
                    <a:pt x="3251200" y="879145"/>
                    <a:pt x="3241040" y="1018845"/>
                    <a:pt x="3204210" y="1092505"/>
                  </a:cubicBezTo>
                  <a:cubicBezTo>
                    <a:pt x="3093720" y="1309675"/>
                    <a:pt x="2687320" y="1670355"/>
                    <a:pt x="2443480" y="1667815"/>
                  </a:cubicBezTo>
                  <a:cubicBezTo>
                    <a:pt x="2413000" y="1667815"/>
                    <a:pt x="2382519" y="1670355"/>
                    <a:pt x="2352040" y="1674165"/>
                  </a:cubicBezTo>
                  <a:lnTo>
                    <a:pt x="2334260" y="1674165"/>
                  </a:lnTo>
                  <a:cubicBezTo>
                    <a:pt x="1982470" y="1674165"/>
                    <a:pt x="1691640" y="1962455"/>
                    <a:pt x="1691640" y="2312975"/>
                  </a:cubicBezTo>
                  <a:cubicBezTo>
                    <a:pt x="1691640" y="2663495"/>
                    <a:pt x="1982470" y="2961945"/>
                    <a:pt x="2335530" y="2960675"/>
                  </a:cubicBezTo>
                  <a:cubicBezTo>
                    <a:pt x="2692400" y="2959405"/>
                    <a:pt x="2979420" y="2669845"/>
                    <a:pt x="2978150" y="2312975"/>
                  </a:cubicBezTo>
                  <a:cubicBezTo>
                    <a:pt x="2978150" y="2312975"/>
                    <a:pt x="2978150" y="2311705"/>
                    <a:pt x="2978150" y="2311705"/>
                  </a:cubicBezTo>
                  <a:cubicBezTo>
                    <a:pt x="2978150" y="2304085"/>
                    <a:pt x="2978150" y="2297735"/>
                    <a:pt x="2976880" y="2290115"/>
                  </a:cubicBezTo>
                  <a:lnTo>
                    <a:pt x="2978150" y="2290115"/>
                  </a:lnTo>
                  <a:cubicBezTo>
                    <a:pt x="2981960" y="2236775"/>
                    <a:pt x="2965450" y="2125015"/>
                    <a:pt x="2981960" y="2072945"/>
                  </a:cubicBezTo>
                  <a:cubicBezTo>
                    <a:pt x="3061970" y="1820215"/>
                    <a:pt x="3605530" y="1355395"/>
                    <a:pt x="3876040" y="1361745"/>
                  </a:cubicBezTo>
                  <a:lnTo>
                    <a:pt x="3903980" y="1361745"/>
                  </a:lnTo>
                  <a:cubicBezTo>
                    <a:pt x="4260850" y="1359205"/>
                    <a:pt x="4547870" y="1069645"/>
                    <a:pt x="4546600" y="712775"/>
                  </a:cubicBezTo>
                  <a:cubicBezTo>
                    <a:pt x="4546600" y="360985"/>
                    <a:pt x="4257040" y="73965"/>
                    <a:pt x="3902710" y="73965"/>
                  </a:cubicBezTo>
                  <a:close/>
                </a:path>
              </a:pathLst>
            </a:custGeom>
            <a:blipFill>
              <a:blip r:embed="rId3"/>
              <a:stretch>
                <a:fillRect l="-25024" r="-25024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121496" y="2161645"/>
            <a:ext cx="3907549" cy="3892315"/>
            <a:chOff x="0" y="0"/>
            <a:chExt cx="4560570" cy="4542790"/>
          </a:xfrm>
        </p:grpSpPr>
        <p:sp>
          <p:nvSpPr>
            <p:cNvPr id="9" name="Freeform 9"/>
            <p:cNvSpPr/>
            <p:nvPr/>
          </p:nvSpPr>
          <p:spPr>
            <a:xfrm>
              <a:off x="-84" y="-84"/>
              <a:ext cx="4560739" cy="4542958"/>
            </a:xfrm>
            <a:custGeom>
              <a:avLst/>
              <a:gdLst/>
              <a:ahLst/>
              <a:cxnLst/>
              <a:rect l="l" t="t" r="r" b="b"/>
              <a:pathLst>
                <a:path w="4560739" h="4542958">
                  <a:moveTo>
                    <a:pt x="25484" y="1671404"/>
                  </a:moveTo>
                  <a:cubicBezTo>
                    <a:pt x="25484" y="1380574"/>
                    <a:pt x="259164" y="1134194"/>
                    <a:pt x="549994" y="1134194"/>
                  </a:cubicBezTo>
                  <a:cubicBezTo>
                    <a:pt x="882734" y="1136734"/>
                    <a:pt x="1155784" y="868764"/>
                    <a:pt x="1158324" y="536024"/>
                  </a:cubicBezTo>
                  <a:cubicBezTo>
                    <a:pt x="1158324" y="532214"/>
                    <a:pt x="1158324" y="527134"/>
                    <a:pt x="1158324" y="523324"/>
                  </a:cubicBezTo>
                  <a:cubicBezTo>
                    <a:pt x="1157054" y="238844"/>
                    <a:pt x="1403434" y="5164"/>
                    <a:pt x="1689184" y="84"/>
                  </a:cubicBezTo>
                  <a:cubicBezTo>
                    <a:pt x="1974934" y="-4996"/>
                    <a:pt x="2223854" y="221064"/>
                    <a:pt x="2240364" y="506814"/>
                  </a:cubicBezTo>
                  <a:cubicBezTo>
                    <a:pt x="2256874" y="792564"/>
                    <a:pt x="2047324" y="1049104"/>
                    <a:pt x="1764114" y="1080854"/>
                  </a:cubicBezTo>
                  <a:cubicBezTo>
                    <a:pt x="1706964" y="1087204"/>
                    <a:pt x="1648544" y="1084664"/>
                    <a:pt x="1592664" y="1094824"/>
                  </a:cubicBezTo>
                  <a:cubicBezTo>
                    <a:pt x="1287864" y="1151974"/>
                    <a:pt x="1087204" y="1419944"/>
                    <a:pt x="1112604" y="1731094"/>
                  </a:cubicBezTo>
                  <a:cubicBezTo>
                    <a:pt x="1138004" y="2042244"/>
                    <a:pt x="1386924" y="2254334"/>
                    <a:pt x="1691724" y="2261954"/>
                  </a:cubicBezTo>
                  <a:cubicBezTo>
                    <a:pt x="2027004" y="2269574"/>
                    <a:pt x="2269574" y="2533734"/>
                    <a:pt x="2239094" y="2858854"/>
                  </a:cubicBezTo>
                  <a:cubicBezTo>
                    <a:pt x="2213694" y="3139524"/>
                    <a:pt x="1964774" y="3356694"/>
                    <a:pt x="1680294" y="3346534"/>
                  </a:cubicBezTo>
                  <a:cubicBezTo>
                    <a:pt x="1395814" y="3336374"/>
                    <a:pt x="1157054" y="3102694"/>
                    <a:pt x="1158324" y="2820754"/>
                  </a:cubicBezTo>
                  <a:cubicBezTo>
                    <a:pt x="1160864" y="2488014"/>
                    <a:pt x="892894" y="2214964"/>
                    <a:pt x="560154" y="2212424"/>
                  </a:cubicBezTo>
                  <a:cubicBezTo>
                    <a:pt x="557614" y="2212424"/>
                    <a:pt x="555074" y="2212424"/>
                    <a:pt x="552534" y="2212424"/>
                  </a:cubicBezTo>
                  <a:cubicBezTo>
                    <a:pt x="257894" y="2213694"/>
                    <a:pt x="25484" y="1966044"/>
                    <a:pt x="25484" y="1671404"/>
                  </a:cubicBezTo>
                  <a:close/>
                  <a:moveTo>
                    <a:pt x="2875364" y="84"/>
                  </a:moveTo>
                  <a:cubicBezTo>
                    <a:pt x="3167464" y="84"/>
                    <a:pt x="3413844" y="233764"/>
                    <a:pt x="3413844" y="524594"/>
                  </a:cubicBezTo>
                  <a:cubicBezTo>
                    <a:pt x="3413844" y="877654"/>
                    <a:pt x="3709754" y="1135464"/>
                    <a:pt x="4037414" y="1132924"/>
                  </a:cubicBezTo>
                  <a:cubicBezTo>
                    <a:pt x="4321894" y="1131654"/>
                    <a:pt x="4555574" y="1378034"/>
                    <a:pt x="4560654" y="1663784"/>
                  </a:cubicBezTo>
                  <a:cubicBezTo>
                    <a:pt x="4565734" y="1953344"/>
                    <a:pt x="4342214" y="2195914"/>
                    <a:pt x="4052654" y="2214964"/>
                  </a:cubicBezTo>
                  <a:cubicBezTo>
                    <a:pt x="3765634" y="2232744"/>
                    <a:pt x="3511634" y="2021924"/>
                    <a:pt x="3479884" y="1738714"/>
                  </a:cubicBezTo>
                  <a:cubicBezTo>
                    <a:pt x="3473534" y="1681564"/>
                    <a:pt x="3476074" y="1623144"/>
                    <a:pt x="3464644" y="1567264"/>
                  </a:cubicBezTo>
                  <a:cubicBezTo>
                    <a:pt x="3407494" y="1262464"/>
                    <a:pt x="3128094" y="1061804"/>
                    <a:pt x="2815674" y="1087204"/>
                  </a:cubicBezTo>
                  <a:cubicBezTo>
                    <a:pt x="2523574" y="1111334"/>
                    <a:pt x="2293704" y="1361524"/>
                    <a:pt x="2286084" y="1666324"/>
                  </a:cubicBezTo>
                  <a:cubicBezTo>
                    <a:pt x="2278464" y="2001604"/>
                    <a:pt x="2013034" y="2244174"/>
                    <a:pt x="1689184" y="2213694"/>
                  </a:cubicBezTo>
                  <a:cubicBezTo>
                    <a:pt x="1408514" y="2188294"/>
                    <a:pt x="1191344" y="1939374"/>
                    <a:pt x="1201504" y="1654894"/>
                  </a:cubicBezTo>
                  <a:cubicBezTo>
                    <a:pt x="1211664" y="1370414"/>
                    <a:pt x="1445344" y="1131654"/>
                    <a:pt x="1726014" y="1132924"/>
                  </a:cubicBezTo>
                  <a:cubicBezTo>
                    <a:pt x="2058754" y="1136734"/>
                    <a:pt x="2330534" y="870034"/>
                    <a:pt x="2334344" y="537294"/>
                  </a:cubicBezTo>
                  <a:cubicBezTo>
                    <a:pt x="2334344" y="533484"/>
                    <a:pt x="2334344" y="530944"/>
                    <a:pt x="2334344" y="527134"/>
                  </a:cubicBezTo>
                  <a:cubicBezTo>
                    <a:pt x="2333074" y="232494"/>
                    <a:pt x="2580724" y="84"/>
                    <a:pt x="2875364" y="84"/>
                  </a:cubicBezTo>
                  <a:close/>
                  <a:moveTo>
                    <a:pt x="4547954" y="2858854"/>
                  </a:moveTo>
                  <a:cubicBezTo>
                    <a:pt x="4547954" y="3149684"/>
                    <a:pt x="4314274" y="3396064"/>
                    <a:pt x="4023444" y="3396064"/>
                  </a:cubicBezTo>
                  <a:cubicBezTo>
                    <a:pt x="3669114" y="3396064"/>
                    <a:pt x="3412574" y="3691974"/>
                    <a:pt x="3413844" y="4019634"/>
                  </a:cubicBezTo>
                  <a:cubicBezTo>
                    <a:pt x="3416384" y="4304114"/>
                    <a:pt x="3170004" y="4537794"/>
                    <a:pt x="2884254" y="4542874"/>
                  </a:cubicBezTo>
                  <a:cubicBezTo>
                    <a:pt x="2598504" y="4547954"/>
                    <a:pt x="2349584" y="4321894"/>
                    <a:pt x="2331804" y="4036144"/>
                  </a:cubicBezTo>
                  <a:cubicBezTo>
                    <a:pt x="2314024" y="3750394"/>
                    <a:pt x="2526114" y="3493854"/>
                    <a:pt x="2809324" y="3462104"/>
                  </a:cubicBezTo>
                  <a:cubicBezTo>
                    <a:pt x="2866474" y="3455754"/>
                    <a:pt x="2924894" y="3458294"/>
                    <a:pt x="2980774" y="3448134"/>
                  </a:cubicBezTo>
                  <a:cubicBezTo>
                    <a:pt x="3285574" y="3390984"/>
                    <a:pt x="3486234" y="3110314"/>
                    <a:pt x="3460834" y="2797894"/>
                  </a:cubicBezTo>
                  <a:cubicBezTo>
                    <a:pt x="3436704" y="2505794"/>
                    <a:pt x="3186514" y="2250524"/>
                    <a:pt x="2881714" y="2242904"/>
                  </a:cubicBezTo>
                  <a:cubicBezTo>
                    <a:pt x="2546434" y="2235284"/>
                    <a:pt x="2316564" y="1969854"/>
                    <a:pt x="2345774" y="1646004"/>
                  </a:cubicBezTo>
                  <a:cubicBezTo>
                    <a:pt x="2372444" y="1365334"/>
                    <a:pt x="2608664" y="1148164"/>
                    <a:pt x="2893144" y="1158324"/>
                  </a:cubicBezTo>
                  <a:cubicBezTo>
                    <a:pt x="3176354" y="1168484"/>
                    <a:pt x="3402414" y="1400894"/>
                    <a:pt x="3402414" y="1684104"/>
                  </a:cubicBezTo>
                  <a:cubicBezTo>
                    <a:pt x="3401144" y="2030814"/>
                    <a:pt x="3693244" y="2317834"/>
                    <a:pt x="4020904" y="2316564"/>
                  </a:cubicBezTo>
                  <a:cubicBezTo>
                    <a:pt x="4315544" y="2316564"/>
                    <a:pt x="4547954" y="2564214"/>
                    <a:pt x="4547954" y="2858854"/>
                  </a:cubicBezTo>
                  <a:close/>
                  <a:moveTo>
                    <a:pt x="1696804" y="4530174"/>
                  </a:moveTo>
                  <a:cubicBezTo>
                    <a:pt x="1405974" y="4530174"/>
                    <a:pt x="1159594" y="4296494"/>
                    <a:pt x="1159594" y="4005664"/>
                  </a:cubicBezTo>
                  <a:cubicBezTo>
                    <a:pt x="1159594" y="3652604"/>
                    <a:pt x="850984" y="3394794"/>
                    <a:pt x="523324" y="3397334"/>
                  </a:cubicBezTo>
                  <a:cubicBezTo>
                    <a:pt x="238844" y="3398604"/>
                    <a:pt x="5164" y="3152224"/>
                    <a:pt x="84" y="2866474"/>
                  </a:cubicBezTo>
                  <a:cubicBezTo>
                    <a:pt x="-4996" y="2580724"/>
                    <a:pt x="221064" y="2331804"/>
                    <a:pt x="506814" y="2314024"/>
                  </a:cubicBezTo>
                  <a:cubicBezTo>
                    <a:pt x="792564" y="2296244"/>
                    <a:pt x="1049104" y="2508334"/>
                    <a:pt x="1080854" y="2791544"/>
                  </a:cubicBezTo>
                  <a:cubicBezTo>
                    <a:pt x="1087204" y="2848694"/>
                    <a:pt x="1084664" y="2907114"/>
                    <a:pt x="1094824" y="2962994"/>
                  </a:cubicBezTo>
                  <a:cubicBezTo>
                    <a:pt x="1151974" y="3267794"/>
                    <a:pt x="1445344" y="3468454"/>
                    <a:pt x="1756494" y="3443054"/>
                  </a:cubicBezTo>
                  <a:cubicBezTo>
                    <a:pt x="2067644" y="3417654"/>
                    <a:pt x="2292434" y="3168734"/>
                    <a:pt x="2300054" y="2863934"/>
                  </a:cubicBezTo>
                  <a:cubicBezTo>
                    <a:pt x="2307674" y="2528654"/>
                    <a:pt x="2571834" y="2286084"/>
                    <a:pt x="2896954" y="2316564"/>
                  </a:cubicBezTo>
                  <a:cubicBezTo>
                    <a:pt x="3177624" y="2341964"/>
                    <a:pt x="3394794" y="2590884"/>
                    <a:pt x="3384634" y="2875364"/>
                  </a:cubicBezTo>
                  <a:cubicBezTo>
                    <a:pt x="3374474" y="3159843"/>
                    <a:pt x="3140794" y="3398604"/>
                    <a:pt x="2858854" y="3397334"/>
                  </a:cubicBezTo>
                  <a:cubicBezTo>
                    <a:pt x="2512144" y="3396064"/>
                    <a:pt x="2237824" y="3675464"/>
                    <a:pt x="2239094" y="4003124"/>
                  </a:cubicBezTo>
                  <a:cubicBezTo>
                    <a:pt x="2239094" y="4297764"/>
                    <a:pt x="1991444" y="4530174"/>
                    <a:pt x="1696804" y="4530174"/>
                  </a:cubicBezTo>
                  <a:close/>
                </a:path>
              </a:pathLst>
            </a:custGeom>
            <a:blipFill>
              <a:blip r:embed="rId4"/>
              <a:stretch>
                <a:fillRect l="-24639" r="-24639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584352" y="1028700"/>
            <a:ext cx="1799702" cy="690473"/>
          </a:xfrm>
          <a:custGeom>
            <a:avLst/>
            <a:gdLst/>
            <a:ahLst/>
            <a:cxnLst/>
            <a:rect l="l" t="t" r="r" b="b"/>
            <a:pathLst>
              <a:path w="1799702" h="690473">
                <a:moveTo>
                  <a:pt x="0" y="0"/>
                </a:moveTo>
                <a:lnTo>
                  <a:pt x="1799703" y="0"/>
                </a:lnTo>
                <a:lnTo>
                  <a:pt x="1799703" y="690473"/>
                </a:lnTo>
                <a:lnTo>
                  <a:pt x="0" y="690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723776" y="6473060"/>
            <a:ext cx="2817867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SHIPS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95056" y="6473060"/>
            <a:ext cx="2817867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MINES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69811" y="6501635"/>
            <a:ext cx="4210919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CONSTRUCTION SITES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89228" y="7212099"/>
            <a:ext cx="4486964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Equipment used to outfit ships and offshore exploration facilities.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0508" y="7212099"/>
            <a:ext cx="4486964" cy="172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Elevators installed in mines or used to handle radioactive material.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31788" y="7280856"/>
            <a:ext cx="4486964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22029"/>
                </a:solidFill>
                <a:latin typeface="Montserrat"/>
                <a:ea typeface="Montserrat"/>
                <a:cs typeface="Montserrat"/>
                <a:sym typeface="Montserrat"/>
              </a:rPr>
              <a:t>Rack-and-pinion elevators, strip lifts, and hoists used on building construction sites.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68350" y="1038225"/>
            <a:ext cx="5471280" cy="89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EXCEPTIONS TO THE STANDARD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49293"/>
            <a:ext cx="18075829" cy="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07196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5584352" y="1028700"/>
            <a:ext cx="1799702" cy="690473"/>
          </a:xfrm>
          <a:custGeom>
            <a:avLst/>
            <a:gdLst/>
            <a:ahLst/>
            <a:cxnLst/>
            <a:rect l="l" t="t" r="r" b="b"/>
            <a:pathLst>
              <a:path w="1799702" h="690473">
                <a:moveTo>
                  <a:pt x="0" y="0"/>
                </a:moveTo>
                <a:lnTo>
                  <a:pt x="1799703" y="0"/>
                </a:lnTo>
                <a:lnTo>
                  <a:pt x="1799703" y="690473"/>
                </a:lnTo>
                <a:lnTo>
                  <a:pt x="0" y="690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925419" y="4420789"/>
            <a:ext cx="4414582" cy="2266152"/>
          </a:xfrm>
          <a:custGeom>
            <a:avLst/>
            <a:gdLst/>
            <a:ahLst/>
            <a:cxnLst/>
            <a:rect l="l" t="t" r="r" b="b"/>
            <a:pathLst>
              <a:path w="4414582" h="2266152">
                <a:moveTo>
                  <a:pt x="0" y="0"/>
                </a:moveTo>
                <a:lnTo>
                  <a:pt x="4414581" y="0"/>
                </a:lnTo>
                <a:lnTo>
                  <a:pt x="4414581" y="2266152"/>
                </a:lnTo>
                <a:lnTo>
                  <a:pt x="0" y="2266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880589" y="3702942"/>
            <a:ext cx="3446802" cy="3701846"/>
          </a:xfrm>
          <a:custGeom>
            <a:avLst/>
            <a:gdLst/>
            <a:ahLst/>
            <a:cxnLst/>
            <a:rect l="l" t="t" r="r" b="b"/>
            <a:pathLst>
              <a:path w="3446802" h="3701846">
                <a:moveTo>
                  <a:pt x="0" y="0"/>
                </a:moveTo>
                <a:lnTo>
                  <a:pt x="3446802" y="0"/>
                </a:lnTo>
                <a:lnTo>
                  <a:pt x="3446802" y="3701847"/>
                </a:lnTo>
                <a:lnTo>
                  <a:pt x="0" y="3701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34" r="-45850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2494690" y="4784587"/>
            <a:ext cx="5161161" cy="1538558"/>
          </a:xfrm>
          <a:custGeom>
            <a:avLst/>
            <a:gdLst/>
            <a:ahLst/>
            <a:cxnLst/>
            <a:rect l="l" t="t" r="r" b="b"/>
            <a:pathLst>
              <a:path w="5161161" h="1538558">
                <a:moveTo>
                  <a:pt x="0" y="0"/>
                </a:moveTo>
                <a:lnTo>
                  <a:pt x="5161161" y="0"/>
                </a:lnTo>
                <a:lnTo>
                  <a:pt x="5161161" y="1538557"/>
                </a:lnTo>
                <a:lnTo>
                  <a:pt x="0" y="1538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723776" y="8053638"/>
            <a:ext cx="2817867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ESTILO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95056" y="8053638"/>
            <a:ext cx="2817867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SCHINDLER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66337" y="8053638"/>
            <a:ext cx="2817867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MITSUBISHI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68350" y="1728698"/>
            <a:ext cx="5471280" cy="89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ELEVATOR BRANDS AT THE UNIVERSITY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263451" y="5280156"/>
            <a:ext cx="5335483" cy="5249512"/>
            <a:chOff x="0" y="0"/>
            <a:chExt cx="3862070" cy="379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3078" cy="3800773"/>
            </a:xfrm>
            <a:custGeom>
              <a:avLst/>
              <a:gdLst/>
              <a:ahLst/>
              <a:cxnLst/>
              <a:rect l="l" t="t" r="r" b="b"/>
              <a:pathLst>
                <a:path w="3863078" h="3800773">
                  <a:moveTo>
                    <a:pt x="3557270" y="3774440"/>
                  </a:moveTo>
                  <a:cubicBezTo>
                    <a:pt x="3352800" y="3845560"/>
                    <a:pt x="3124200" y="3769360"/>
                    <a:pt x="3011170" y="3585210"/>
                  </a:cubicBezTo>
                  <a:cubicBezTo>
                    <a:pt x="2966720" y="3514090"/>
                    <a:pt x="2942590" y="3431540"/>
                    <a:pt x="2941320" y="3347720"/>
                  </a:cubicBezTo>
                  <a:cubicBezTo>
                    <a:pt x="2938780" y="3050540"/>
                    <a:pt x="2705100" y="2844800"/>
                    <a:pt x="2406650" y="2832100"/>
                  </a:cubicBezTo>
                  <a:cubicBezTo>
                    <a:pt x="2152650" y="2829560"/>
                    <a:pt x="1949450" y="2621280"/>
                    <a:pt x="1951990" y="2367280"/>
                  </a:cubicBezTo>
                  <a:cubicBezTo>
                    <a:pt x="1954530" y="2113280"/>
                    <a:pt x="2162810" y="1910080"/>
                    <a:pt x="2416810" y="1912620"/>
                  </a:cubicBezTo>
                  <a:lnTo>
                    <a:pt x="2416810" y="1912620"/>
                  </a:lnTo>
                  <a:cubicBezTo>
                    <a:pt x="2668270" y="1908810"/>
                    <a:pt x="2875280" y="2108200"/>
                    <a:pt x="2880360" y="2359660"/>
                  </a:cubicBezTo>
                  <a:cubicBezTo>
                    <a:pt x="2885440" y="2576830"/>
                    <a:pt x="3007360" y="2740660"/>
                    <a:pt x="3204210" y="2834640"/>
                  </a:cubicBezTo>
                  <a:cubicBezTo>
                    <a:pt x="3271520" y="2863850"/>
                    <a:pt x="3342640" y="2880360"/>
                    <a:pt x="3416300" y="2882900"/>
                  </a:cubicBezTo>
                  <a:cubicBezTo>
                    <a:pt x="3639820" y="2896870"/>
                    <a:pt x="3821430" y="3053080"/>
                    <a:pt x="3856990" y="3272790"/>
                  </a:cubicBezTo>
                  <a:cubicBezTo>
                    <a:pt x="3892550" y="3487420"/>
                    <a:pt x="3769360" y="3696970"/>
                    <a:pt x="3564890" y="3771900"/>
                  </a:cubicBezTo>
                  <a:lnTo>
                    <a:pt x="3557270" y="3774440"/>
                  </a:lnTo>
                  <a:close/>
                  <a:moveTo>
                    <a:pt x="2424430" y="2932430"/>
                  </a:moveTo>
                  <a:lnTo>
                    <a:pt x="2366010" y="2932430"/>
                  </a:lnTo>
                  <a:cubicBezTo>
                    <a:pt x="2296160" y="2933700"/>
                    <a:pt x="2226310" y="2918460"/>
                    <a:pt x="2162810" y="2890520"/>
                  </a:cubicBezTo>
                  <a:cubicBezTo>
                    <a:pt x="1925320" y="2780030"/>
                    <a:pt x="1907540" y="2533650"/>
                    <a:pt x="1906270" y="2481580"/>
                  </a:cubicBezTo>
                  <a:lnTo>
                    <a:pt x="1906270" y="2471420"/>
                  </a:lnTo>
                  <a:cubicBezTo>
                    <a:pt x="1906270" y="2221230"/>
                    <a:pt x="1703070" y="2018030"/>
                    <a:pt x="1452880" y="2018030"/>
                  </a:cubicBezTo>
                  <a:lnTo>
                    <a:pt x="1452880" y="2018030"/>
                  </a:lnTo>
                  <a:lnTo>
                    <a:pt x="1436370" y="2018030"/>
                  </a:lnTo>
                  <a:cubicBezTo>
                    <a:pt x="1186180" y="2018030"/>
                    <a:pt x="984250" y="2219960"/>
                    <a:pt x="984250" y="2470150"/>
                  </a:cubicBezTo>
                  <a:cubicBezTo>
                    <a:pt x="984250" y="2470150"/>
                    <a:pt x="984250" y="2471420"/>
                    <a:pt x="984250" y="2471420"/>
                  </a:cubicBezTo>
                  <a:lnTo>
                    <a:pt x="984250" y="2481580"/>
                  </a:lnTo>
                  <a:cubicBezTo>
                    <a:pt x="982980" y="2533650"/>
                    <a:pt x="965200" y="2780030"/>
                    <a:pt x="727710" y="2890520"/>
                  </a:cubicBezTo>
                  <a:cubicBezTo>
                    <a:pt x="664210" y="2918460"/>
                    <a:pt x="594360" y="2933700"/>
                    <a:pt x="524510" y="2932430"/>
                  </a:cubicBezTo>
                  <a:lnTo>
                    <a:pt x="427990" y="2932430"/>
                  </a:lnTo>
                  <a:cubicBezTo>
                    <a:pt x="191770" y="2932430"/>
                    <a:pt x="0" y="3124200"/>
                    <a:pt x="0" y="3360420"/>
                  </a:cubicBezTo>
                  <a:lnTo>
                    <a:pt x="0" y="3360420"/>
                  </a:lnTo>
                  <a:lnTo>
                    <a:pt x="0" y="3360420"/>
                  </a:lnTo>
                  <a:cubicBezTo>
                    <a:pt x="0" y="3596640"/>
                    <a:pt x="191770" y="3788410"/>
                    <a:pt x="427990" y="3788410"/>
                  </a:cubicBezTo>
                  <a:lnTo>
                    <a:pt x="427990" y="3788410"/>
                  </a:lnTo>
                  <a:lnTo>
                    <a:pt x="2424430" y="3788410"/>
                  </a:lnTo>
                  <a:cubicBezTo>
                    <a:pt x="2660650" y="3788410"/>
                    <a:pt x="2851150" y="3597910"/>
                    <a:pt x="2851150" y="3361690"/>
                  </a:cubicBezTo>
                  <a:cubicBezTo>
                    <a:pt x="2851150" y="3361690"/>
                    <a:pt x="2851150" y="3360420"/>
                    <a:pt x="2851150" y="3360420"/>
                  </a:cubicBezTo>
                  <a:lnTo>
                    <a:pt x="2851150" y="3360420"/>
                  </a:lnTo>
                  <a:cubicBezTo>
                    <a:pt x="2852420" y="3124200"/>
                    <a:pt x="2661920" y="2933700"/>
                    <a:pt x="2425700" y="2932430"/>
                  </a:cubicBezTo>
                  <a:cubicBezTo>
                    <a:pt x="2425700" y="2932430"/>
                    <a:pt x="2424430" y="2932430"/>
                    <a:pt x="2424430" y="2932430"/>
                  </a:cubicBezTo>
                  <a:close/>
                  <a:moveTo>
                    <a:pt x="1342390" y="909320"/>
                  </a:moveTo>
                  <a:cubicBezTo>
                    <a:pt x="1648460" y="909320"/>
                    <a:pt x="1863090" y="1031240"/>
                    <a:pt x="1871980" y="1337310"/>
                  </a:cubicBezTo>
                  <a:cubicBezTo>
                    <a:pt x="1875790" y="1597660"/>
                    <a:pt x="2089150" y="1805940"/>
                    <a:pt x="2349500" y="1802130"/>
                  </a:cubicBezTo>
                  <a:cubicBezTo>
                    <a:pt x="2609850" y="1798320"/>
                    <a:pt x="2818130" y="1584960"/>
                    <a:pt x="2814320" y="1324610"/>
                  </a:cubicBezTo>
                  <a:cubicBezTo>
                    <a:pt x="2813050" y="1200150"/>
                    <a:pt x="2762250" y="1082040"/>
                    <a:pt x="2673350" y="995680"/>
                  </a:cubicBezTo>
                  <a:cubicBezTo>
                    <a:pt x="2588260" y="911860"/>
                    <a:pt x="2475230" y="863600"/>
                    <a:pt x="2355850" y="862330"/>
                  </a:cubicBezTo>
                  <a:cubicBezTo>
                    <a:pt x="2051050" y="855980"/>
                    <a:pt x="1840230" y="774700"/>
                    <a:pt x="1831340" y="471170"/>
                  </a:cubicBezTo>
                  <a:cubicBezTo>
                    <a:pt x="1823720" y="205740"/>
                    <a:pt x="1800860" y="5080"/>
                    <a:pt x="1351280" y="5080"/>
                  </a:cubicBezTo>
                  <a:lnTo>
                    <a:pt x="511810" y="5080"/>
                  </a:lnTo>
                  <a:cubicBezTo>
                    <a:pt x="242570" y="5080"/>
                    <a:pt x="31750" y="212090"/>
                    <a:pt x="30480" y="474980"/>
                  </a:cubicBezTo>
                  <a:cubicBezTo>
                    <a:pt x="29210" y="737870"/>
                    <a:pt x="241300" y="908050"/>
                    <a:pt x="511810" y="909320"/>
                  </a:cubicBezTo>
                  <a:lnTo>
                    <a:pt x="1342390" y="909320"/>
                  </a:lnTo>
                  <a:close/>
                  <a:moveTo>
                    <a:pt x="1800860" y="1479550"/>
                  </a:moveTo>
                  <a:cubicBezTo>
                    <a:pt x="1799590" y="1333500"/>
                    <a:pt x="1734820" y="1196340"/>
                    <a:pt x="1623060" y="1102360"/>
                  </a:cubicBezTo>
                  <a:cubicBezTo>
                    <a:pt x="1546860" y="1038860"/>
                    <a:pt x="1450340" y="1004570"/>
                    <a:pt x="1351280" y="1005840"/>
                  </a:cubicBezTo>
                  <a:lnTo>
                    <a:pt x="397510" y="1005840"/>
                  </a:lnTo>
                  <a:cubicBezTo>
                    <a:pt x="195580" y="1004570"/>
                    <a:pt x="31750" y="1168400"/>
                    <a:pt x="30480" y="1370330"/>
                  </a:cubicBezTo>
                  <a:cubicBezTo>
                    <a:pt x="30480" y="1370330"/>
                    <a:pt x="30480" y="1371600"/>
                    <a:pt x="30480" y="1371600"/>
                  </a:cubicBezTo>
                  <a:lnTo>
                    <a:pt x="30480" y="2429510"/>
                  </a:lnTo>
                  <a:cubicBezTo>
                    <a:pt x="30480" y="2665730"/>
                    <a:pt x="220980" y="2856230"/>
                    <a:pt x="457200" y="2856230"/>
                  </a:cubicBezTo>
                  <a:cubicBezTo>
                    <a:pt x="457200" y="2856230"/>
                    <a:pt x="458470" y="2856230"/>
                    <a:pt x="458470" y="2856230"/>
                  </a:cubicBezTo>
                  <a:lnTo>
                    <a:pt x="478790" y="2856230"/>
                  </a:lnTo>
                  <a:cubicBezTo>
                    <a:pt x="703580" y="2856230"/>
                    <a:pt x="885190" y="2674620"/>
                    <a:pt x="886460" y="2449830"/>
                  </a:cubicBezTo>
                  <a:lnTo>
                    <a:pt x="886460" y="2449830"/>
                  </a:lnTo>
                  <a:lnTo>
                    <a:pt x="886460" y="2409190"/>
                  </a:lnTo>
                  <a:cubicBezTo>
                    <a:pt x="885190" y="2339340"/>
                    <a:pt x="900430" y="2269490"/>
                    <a:pt x="928370" y="2205990"/>
                  </a:cubicBezTo>
                  <a:cubicBezTo>
                    <a:pt x="1038860" y="1968500"/>
                    <a:pt x="1285240" y="1950720"/>
                    <a:pt x="1337310" y="1949450"/>
                  </a:cubicBezTo>
                  <a:lnTo>
                    <a:pt x="1347470" y="1949450"/>
                  </a:lnTo>
                  <a:cubicBezTo>
                    <a:pt x="1597660" y="1949450"/>
                    <a:pt x="1800860" y="1746250"/>
                    <a:pt x="1800860" y="1496060"/>
                  </a:cubicBezTo>
                  <a:lnTo>
                    <a:pt x="1800860" y="1496060"/>
                  </a:lnTo>
                  <a:lnTo>
                    <a:pt x="1800860" y="1479550"/>
                  </a:lnTo>
                  <a:close/>
                  <a:moveTo>
                    <a:pt x="3489960" y="0"/>
                  </a:moveTo>
                  <a:lnTo>
                    <a:pt x="2282190" y="0"/>
                  </a:lnTo>
                  <a:cubicBezTo>
                    <a:pt x="2076450" y="0"/>
                    <a:pt x="1910080" y="166370"/>
                    <a:pt x="1910080" y="372110"/>
                  </a:cubicBezTo>
                  <a:lnTo>
                    <a:pt x="1910080" y="372110"/>
                  </a:lnTo>
                  <a:lnTo>
                    <a:pt x="1910080" y="387350"/>
                  </a:lnTo>
                  <a:cubicBezTo>
                    <a:pt x="1910080" y="604520"/>
                    <a:pt x="2085340" y="779780"/>
                    <a:pt x="2302510" y="779780"/>
                  </a:cubicBezTo>
                  <a:cubicBezTo>
                    <a:pt x="2302510" y="779780"/>
                    <a:pt x="2302510" y="779780"/>
                    <a:pt x="2302510" y="779780"/>
                  </a:cubicBezTo>
                  <a:lnTo>
                    <a:pt x="2362200" y="779780"/>
                  </a:lnTo>
                  <a:cubicBezTo>
                    <a:pt x="2428240" y="779780"/>
                    <a:pt x="2545080" y="791210"/>
                    <a:pt x="2606040" y="819150"/>
                  </a:cubicBezTo>
                  <a:cubicBezTo>
                    <a:pt x="2848610" y="928370"/>
                    <a:pt x="2940050" y="1144270"/>
                    <a:pt x="2943860" y="1308100"/>
                  </a:cubicBezTo>
                  <a:lnTo>
                    <a:pt x="2943860" y="2310130"/>
                  </a:lnTo>
                  <a:cubicBezTo>
                    <a:pt x="2943860" y="2561590"/>
                    <a:pt x="3148330" y="2766060"/>
                    <a:pt x="3399790" y="2766060"/>
                  </a:cubicBezTo>
                  <a:lnTo>
                    <a:pt x="3399790" y="2766060"/>
                  </a:lnTo>
                  <a:cubicBezTo>
                    <a:pt x="3651250" y="2766060"/>
                    <a:pt x="3855720" y="2561590"/>
                    <a:pt x="3856990" y="2310130"/>
                  </a:cubicBezTo>
                  <a:lnTo>
                    <a:pt x="3856990" y="365760"/>
                  </a:lnTo>
                  <a:cubicBezTo>
                    <a:pt x="3856990" y="163830"/>
                    <a:pt x="3693160" y="0"/>
                    <a:pt x="3491230" y="0"/>
                  </a:cubicBezTo>
                  <a:cubicBezTo>
                    <a:pt x="3491230" y="0"/>
                    <a:pt x="3489960" y="0"/>
                    <a:pt x="3489960" y="0"/>
                  </a:cubicBezTo>
                  <a:close/>
                </a:path>
              </a:pathLst>
            </a:custGeom>
            <a:blipFill>
              <a:blip r:embed="rId2"/>
              <a:stretch>
                <a:fillRect l="-37455" r="-37455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6726663" y="1521064"/>
            <a:ext cx="4222353" cy="44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RELEVANT DATA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3629" y="3358477"/>
            <a:ext cx="4766308" cy="626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ESTILO</a:t>
            </a:r>
          </a:p>
          <a:p>
            <a:pPr algn="ctr">
              <a:lnSpc>
                <a:spcPts val="3575"/>
              </a:lnSpc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2-year warranty</a:t>
            </a:r>
          </a:p>
          <a:p>
            <a:pPr algn="ctr">
              <a:lnSpc>
                <a:spcPts val="3575"/>
              </a:lnSpc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Colombian company</a:t>
            </a:r>
          </a:p>
          <a:p>
            <a:pPr algn="ctr">
              <a:lnSpc>
                <a:spcPts val="3575"/>
              </a:lnSpc>
            </a:pPr>
            <a:endParaRPr lang="en-US" sz="3029">
              <a:solidFill>
                <a:srgbClr val="000000"/>
              </a:solidFill>
              <a:latin typeface="Cinzel"/>
              <a:ea typeface="Cinzel"/>
              <a:cs typeface="Cinzel"/>
              <a:sym typeface="Cinzel"/>
            </a:endParaRPr>
          </a:p>
          <a:p>
            <a:pPr algn="ctr">
              <a:lnSpc>
                <a:spcPts val="3575"/>
              </a:lnSpc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Personalized maintenance service with less predictive technology</a:t>
            </a:r>
          </a:p>
          <a:p>
            <a:pPr algn="ctr">
              <a:lnSpc>
                <a:spcPts val="3575"/>
              </a:lnSpc>
            </a:pPr>
            <a:endParaRPr lang="en-US" sz="3029">
              <a:solidFill>
                <a:srgbClr val="000000"/>
              </a:solidFill>
              <a:latin typeface="Cinzel"/>
              <a:ea typeface="Cinzel"/>
              <a:cs typeface="Cinzel"/>
              <a:sym typeface="Cinzel"/>
            </a:endParaRPr>
          </a:p>
          <a:p>
            <a:pPr algn="ctr">
              <a:lnSpc>
                <a:spcPts val="3575"/>
              </a:lnSpc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Complies with relevant local and international regulations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98771" y="3358477"/>
            <a:ext cx="4450245" cy="671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SCHINDLER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PREDICTIVE MAINTENANCE WITH ADVANCED TECHNOLOGY.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Focus on user interface and efficiency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endParaRPr lang="en-US" sz="3029">
              <a:solidFill>
                <a:srgbClr val="000000"/>
              </a:solidFill>
              <a:latin typeface="Cinzel"/>
              <a:ea typeface="Cinzel"/>
              <a:cs typeface="Cinzel"/>
              <a:sym typeface="Cinzel"/>
            </a:endParaRPr>
          </a:p>
          <a:p>
            <a:pPr algn="ctr">
              <a:lnSpc>
                <a:spcPts val="3575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Strict compliance with international standards such as ISO and EN</a:t>
            </a:r>
          </a:p>
          <a:p>
            <a:pPr algn="ctr">
              <a:lnSpc>
                <a:spcPts val="3575"/>
              </a:lnSpc>
              <a:spcBef>
                <a:spcPct val="0"/>
              </a:spcBef>
            </a:pPr>
            <a:endParaRPr lang="en-US" sz="3029">
              <a:solidFill>
                <a:srgbClr val="000000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58932" y="3358477"/>
            <a:ext cx="4004518" cy="6265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3262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MITSUBISHI</a:t>
            </a:r>
          </a:p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3262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HIGHLY TECHNOLOGICAL MAINTENANCE WITH REMOTE MONITORING.</a:t>
            </a:r>
          </a:p>
          <a:p>
            <a:pPr algn="ctr">
              <a:lnSpc>
                <a:spcPts val="3849"/>
              </a:lnSpc>
              <a:spcBef>
                <a:spcPct val="0"/>
              </a:spcBef>
            </a:pPr>
            <a:endParaRPr lang="en-US" sz="3262">
              <a:solidFill>
                <a:srgbClr val="000000"/>
              </a:solidFill>
              <a:latin typeface="Cinzel"/>
              <a:ea typeface="Cinzel"/>
              <a:cs typeface="Cinzel"/>
              <a:sym typeface="Cinzel"/>
            </a:endParaRPr>
          </a:p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3262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Rigorous compliance with ISO and JIS standards, with a focus on efficiency and safety.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39768"/>
            <a:ext cx="18075829" cy="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622441" y="3086100"/>
            <a:ext cx="5335483" cy="5249512"/>
            <a:chOff x="0" y="0"/>
            <a:chExt cx="3862070" cy="379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63078" cy="3800773"/>
            </a:xfrm>
            <a:custGeom>
              <a:avLst/>
              <a:gdLst/>
              <a:ahLst/>
              <a:cxnLst/>
              <a:rect l="l" t="t" r="r" b="b"/>
              <a:pathLst>
                <a:path w="3863078" h="3800773">
                  <a:moveTo>
                    <a:pt x="3557270" y="3774440"/>
                  </a:moveTo>
                  <a:cubicBezTo>
                    <a:pt x="3352800" y="3845560"/>
                    <a:pt x="3124200" y="3769360"/>
                    <a:pt x="3011170" y="3585210"/>
                  </a:cubicBezTo>
                  <a:cubicBezTo>
                    <a:pt x="2966720" y="3514090"/>
                    <a:pt x="2942590" y="3431540"/>
                    <a:pt x="2941320" y="3347720"/>
                  </a:cubicBezTo>
                  <a:cubicBezTo>
                    <a:pt x="2938780" y="3050540"/>
                    <a:pt x="2705100" y="2844800"/>
                    <a:pt x="2406650" y="2832100"/>
                  </a:cubicBezTo>
                  <a:cubicBezTo>
                    <a:pt x="2152650" y="2829560"/>
                    <a:pt x="1949450" y="2621280"/>
                    <a:pt x="1951990" y="2367280"/>
                  </a:cubicBezTo>
                  <a:cubicBezTo>
                    <a:pt x="1954530" y="2113280"/>
                    <a:pt x="2162810" y="1910080"/>
                    <a:pt x="2416810" y="1912620"/>
                  </a:cubicBezTo>
                  <a:lnTo>
                    <a:pt x="2416810" y="1912620"/>
                  </a:lnTo>
                  <a:cubicBezTo>
                    <a:pt x="2668270" y="1908810"/>
                    <a:pt x="2875280" y="2108200"/>
                    <a:pt x="2880360" y="2359660"/>
                  </a:cubicBezTo>
                  <a:cubicBezTo>
                    <a:pt x="2885440" y="2576830"/>
                    <a:pt x="3007360" y="2740660"/>
                    <a:pt x="3204210" y="2834640"/>
                  </a:cubicBezTo>
                  <a:cubicBezTo>
                    <a:pt x="3271520" y="2863850"/>
                    <a:pt x="3342640" y="2880360"/>
                    <a:pt x="3416300" y="2882900"/>
                  </a:cubicBezTo>
                  <a:cubicBezTo>
                    <a:pt x="3639820" y="2896870"/>
                    <a:pt x="3821430" y="3053080"/>
                    <a:pt x="3856990" y="3272790"/>
                  </a:cubicBezTo>
                  <a:cubicBezTo>
                    <a:pt x="3892550" y="3487420"/>
                    <a:pt x="3769360" y="3696970"/>
                    <a:pt x="3564890" y="3771900"/>
                  </a:cubicBezTo>
                  <a:lnTo>
                    <a:pt x="3557270" y="3774440"/>
                  </a:lnTo>
                  <a:close/>
                  <a:moveTo>
                    <a:pt x="2424430" y="2932430"/>
                  </a:moveTo>
                  <a:lnTo>
                    <a:pt x="2366010" y="2932430"/>
                  </a:lnTo>
                  <a:cubicBezTo>
                    <a:pt x="2296160" y="2933700"/>
                    <a:pt x="2226310" y="2918460"/>
                    <a:pt x="2162810" y="2890520"/>
                  </a:cubicBezTo>
                  <a:cubicBezTo>
                    <a:pt x="1925320" y="2780030"/>
                    <a:pt x="1907540" y="2533650"/>
                    <a:pt x="1906270" y="2481580"/>
                  </a:cubicBezTo>
                  <a:lnTo>
                    <a:pt x="1906270" y="2471420"/>
                  </a:lnTo>
                  <a:cubicBezTo>
                    <a:pt x="1906270" y="2221230"/>
                    <a:pt x="1703070" y="2018030"/>
                    <a:pt x="1452880" y="2018030"/>
                  </a:cubicBezTo>
                  <a:lnTo>
                    <a:pt x="1452880" y="2018030"/>
                  </a:lnTo>
                  <a:lnTo>
                    <a:pt x="1436370" y="2018030"/>
                  </a:lnTo>
                  <a:cubicBezTo>
                    <a:pt x="1186180" y="2018030"/>
                    <a:pt x="984250" y="2219960"/>
                    <a:pt x="984250" y="2470150"/>
                  </a:cubicBezTo>
                  <a:cubicBezTo>
                    <a:pt x="984250" y="2470150"/>
                    <a:pt x="984250" y="2471420"/>
                    <a:pt x="984250" y="2471420"/>
                  </a:cubicBezTo>
                  <a:lnTo>
                    <a:pt x="984250" y="2481580"/>
                  </a:lnTo>
                  <a:cubicBezTo>
                    <a:pt x="982980" y="2533650"/>
                    <a:pt x="965200" y="2780030"/>
                    <a:pt x="727710" y="2890520"/>
                  </a:cubicBezTo>
                  <a:cubicBezTo>
                    <a:pt x="664210" y="2918460"/>
                    <a:pt x="594360" y="2933700"/>
                    <a:pt x="524510" y="2932430"/>
                  </a:cubicBezTo>
                  <a:lnTo>
                    <a:pt x="427990" y="2932430"/>
                  </a:lnTo>
                  <a:cubicBezTo>
                    <a:pt x="191770" y="2932430"/>
                    <a:pt x="0" y="3124200"/>
                    <a:pt x="0" y="3360420"/>
                  </a:cubicBezTo>
                  <a:lnTo>
                    <a:pt x="0" y="3360420"/>
                  </a:lnTo>
                  <a:lnTo>
                    <a:pt x="0" y="3360420"/>
                  </a:lnTo>
                  <a:cubicBezTo>
                    <a:pt x="0" y="3596640"/>
                    <a:pt x="191770" y="3788410"/>
                    <a:pt x="427990" y="3788410"/>
                  </a:cubicBezTo>
                  <a:lnTo>
                    <a:pt x="427990" y="3788410"/>
                  </a:lnTo>
                  <a:lnTo>
                    <a:pt x="2424430" y="3788410"/>
                  </a:lnTo>
                  <a:cubicBezTo>
                    <a:pt x="2660650" y="3788410"/>
                    <a:pt x="2851150" y="3597910"/>
                    <a:pt x="2851150" y="3361690"/>
                  </a:cubicBezTo>
                  <a:cubicBezTo>
                    <a:pt x="2851150" y="3361690"/>
                    <a:pt x="2851150" y="3360420"/>
                    <a:pt x="2851150" y="3360420"/>
                  </a:cubicBezTo>
                  <a:lnTo>
                    <a:pt x="2851150" y="3360420"/>
                  </a:lnTo>
                  <a:cubicBezTo>
                    <a:pt x="2852420" y="3124200"/>
                    <a:pt x="2661920" y="2933700"/>
                    <a:pt x="2425700" y="2932430"/>
                  </a:cubicBezTo>
                  <a:cubicBezTo>
                    <a:pt x="2425700" y="2932430"/>
                    <a:pt x="2424430" y="2932430"/>
                    <a:pt x="2424430" y="2932430"/>
                  </a:cubicBezTo>
                  <a:close/>
                  <a:moveTo>
                    <a:pt x="1342390" y="909320"/>
                  </a:moveTo>
                  <a:cubicBezTo>
                    <a:pt x="1648460" y="909320"/>
                    <a:pt x="1863090" y="1031240"/>
                    <a:pt x="1871980" y="1337310"/>
                  </a:cubicBezTo>
                  <a:cubicBezTo>
                    <a:pt x="1875790" y="1597660"/>
                    <a:pt x="2089150" y="1805940"/>
                    <a:pt x="2349500" y="1802130"/>
                  </a:cubicBezTo>
                  <a:cubicBezTo>
                    <a:pt x="2609850" y="1798320"/>
                    <a:pt x="2818130" y="1584960"/>
                    <a:pt x="2814320" y="1324610"/>
                  </a:cubicBezTo>
                  <a:cubicBezTo>
                    <a:pt x="2813050" y="1200150"/>
                    <a:pt x="2762250" y="1082040"/>
                    <a:pt x="2673350" y="995680"/>
                  </a:cubicBezTo>
                  <a:cubicBezTo>
                    <a:pt x="2588260" y="911860"/>
                    <a:pt x="2475230" y="863600"/>
                    <a:pt x="2355850" y="862330"/>
                  </a:cubicBezTo>
                  <a:cubicBezTo>
                    <a:pt x="2051050" y="855980"/>
                    <a:pt x="1840230" y="774700"/>
                    <a:pt x="1831340" y="471170"/>
                  </a:cubicBezTo>
                  <a:cubicBezTo>
                    <a:pt x="1823720" y="205740"/>
                    <a:pt x="1800860" y="5080"/>
                    <a:pt x="1351280" y="5080"/>
                  </a:cubicBezTo>
                  <a:lnTo>
                    <a:pt x="511810" y="5080"/>
                  </a:lnTo>
                  <a:cubicBezTo>
                    <a:pt x="242570" y="5080"/>
                    <a:pt x="31750" y="212090"/>
                    <a:pt x="30480" y="474980"/>
                  </a:cubicBezTo>
                  <a:cubicBezTo>
                    <a:pt x="29210" y="737870"/>
                    <a:pt x="241300" y="908050"/>
                    <a:pt x="511810" y="909320"/>
                  </a:cubicBezTo>
                  <a:lnTo>
                    <a:pt x="1342390" y="909320"/>
                  </a:lnTo>
                  <a:close/>
                  <a:moveTo>
                    <a:pt x="1800860" y="1479550"/>
                  </a:moveTo>
                  <a:cubicBezTo>
                    <a:pt x="1799590" y="1333500"/>
                    <a:pt x="1734820" y="1196340"/>
                    <a:pt x="1623060" y="1102360"/>
                  </a:cubicBezTo>
                  <a:cubicBezTo>
                    <a:pt x="1546860" y="1038860"/>
                    <a:pt x="1450340" y="1004570"/>
                    <a:pt x="1351280" y="1005840"/>
                  </a:cubicBezTo>
                  <a:lnTo>
                    <a:pt x="397510" y="1005840"/>
                  </a:lnTo>
                  <a:cubicBezTo>
                    <a:pt x="195580" y="1004570"/>
                    <a:pt x="31750" y="1168400"/>
                    <a:pt x="30480" y="1370330"/>
                  </a:cubicBezTo>
                  <a:cubicBezTo>
                    <a:pt x="30480" y="1370330"/>
                    <a:pt x="30480" y="1371600"/>
                    <a:pt x="30480" y="1371600"/>
                  </a:cubicBezTo>
                  <a:lnTo>
                    <a:pt x="30480" y="2429510"/>
                  </a:lnTo>
                  <a:cubicBezTo>
                    <a:pt x="30480" y="2665730"/>
                    <a:pt x="220980" y="2856230"/>
                    <a:pt x="457200" y="2856230"/>
                  </a:cubicBezTo>
                  <a:cubicBezTo>
                    <a:pt x="457200" y="2856230"/>
                    <a:pt x="458470" y="2856230"/>
                    <a:pt x="458470" y="2856230"/>
                  </a:cubicBezTo>
                  <a:lnTo>
                    <a:pt x="478790" y="2856230"/>
                  </a:lnTo>
                  <a:cubicBezTo>
                    <a:pt x="703580" y="2856230"/>
                    <a:pt x="885190" y="2674620"/>
                    <a:pt x="886460" y="2449830"/>
                  </a:cubicBezTo>
                  <a:lnTo>
                    <a:pt x="886460" y="2449830"/>
                  </a:lnTo>
                  <a:lnTo>
                    <a:pt x="886460" y="2409190"/>
                  </a:lnTo>
                  <a:cubicBezTo>
                    <a:pt x="885190" y="2339340"/>
                    <a:pt x="900430" y="2269490"/>
                    <a:pt x="928370" y="2205990"/>
                  </a:cubicBezTo>
                  <a:cubicBezTo>
                    <a:pt x="1038860" y="1968500"/>
                    <a:pt x="1285240" y="1950720"/>
                    <a:pt x="1337310" y="1949450"/>
                  </a:cubicBezTo>
                  <a:lnTo>
                    <a:pt x="1347470" y="1949450"/>
                  </a:lnTo>
                  <a:cubicBezTo>
                    <a:pt x="1597660" y="1949450"/>
                    <a:pt x="1800860" y="1746250"/>
                    <a:pt x="1800860" y="1496060"/>
                  </a:cubicBezTo>
                  <a:lnTo>
                    <a:pt x="1800860" y="1496060"/>
                  </a:lnTo>
                  <a:lnTo>
                    <a:pt x="1800860" y="1479550"/>
                  </a:lnTo>
                  <a:close/>
                  <a:moveTo>
                    <a:pt x="3489960" y="0"/>
                  </a:moveTo>
                  <a:lnTo>
                    <a:pt x="2282190" y="0"/>
                  </a:lnTo>
                  <a:cubicBezTo>
                    <a:pt x="2076450" y="0"/>
                    <a:pt x="1910080" y="166370"/>
                    <a:pt x="1910080" y="372110"/>
                  </a:cubicBezTo>
                  <a:lnTo>
                    <a:pt x="1910080" y="372110"/>
                  </a:lnTo>
                  <a:lnTo>
                    <a:pt x="1910080" y="387350"/>
                  </a:lnTo>
                  <a:cubicBezTo>
                    <a:pt x="1910080" y="604520"/>
                    <a:pt x="2085340" y="779780"/>
                    <a:pt x="2302510" y="779780"/>
                  </a:cubicBezTo>
                  <a:cubicBezTo>
                    <a:pt x="2302510" y="779780"/>
                    <a:pt x="2302510" y="779780"/>
                    <a:pt x="2302510" y="779780"/>
                  </a:cubicBezTo>
                  <a:lnTo>
                    <a:pt x="2362200" y="779780"/>
                  </a:lnTo>
                  <a:cubicBezTo>
                    <a:pt x="2428240" y="779780"/>
                    <a:pt x="2545080" y="791210"/>
                    <a:pt x="2606040" y="819150"/>
                  </a:cubicBezTo>
                  <a:cubicBezTo>
                    <a:pt x="2848610" y="928370"/>
                    <a:pt x="2940050" y="1144270"/>
                    <a:pt x="2943860" y="1308100"/>
                  </a:cubicBezTo>
                  <a:lnTo>
                    <a:pt x="2943860" y="2310130"/>
                  </a:lnTo>
                  <a:cubicBezTo>
                    <a:pt x="2943860" y="2561590"/>
                    <a:pt x="3148330" y="2766060"/>
                    <a:pt x="3399790" y="2766060"/>
                  </a:cubicBezTo>
                  <a:lnTo>
                    <a:pt x="3399790" y="2766060"/>
                  </a:lnTo>
                  <a:cubicBezTo>
                    <a:pt x="3651250" y="2766060"/>
                    <a:pt x="3855720" y="2561590"/>
                    <a:pt x="3856990" y="2310130"/>
                  </a:cubicBezTo>
                  <a:lnTo>
                    <a:pt x="3856990" y="365760"/>
                  </a:lnTo>
                  <a:cubicBezTo>
                    <a:pt x="3856990" y="163830"/>
                    <a:pt x="3693160" y="0"/>
                    <a:pt x="3491230" y="0"/>
                  </a:cubicBezTo>
                  <a:cubicBezTo>
                    <a:pt x="3491230" y="0"/>
                    <a:pt x="3489960" y="0"/>
                    <a:pt x="3489960" y="0"/>
                  </a:cubicBezTo>
                  <a:close/>
                </a:path>
              </a:pathLst>
            </a:custGeom>
            <a:blipFill>
              <a:blip r:embed="rId2"/>
              <a:stretch>
                <a:fillRect l="-37561" r="-37561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3937" y="-3426076"/>
            <a:ext cx="0" cy="14500730"/>
          </a:xfrm>
          <a:prstGeom prst="line">
            <a:avLst/>
          </a:prstGeom>
          <a:ln w="9525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809178" y="750622"/>
            <a:ext cx="4486964" cy="134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3029" b="1">
                <a:solidFill>
                  <a:srgbClr val="071964"/>
                </a:solidFill>
                <a:latin typeface="Cinzel Bold"/>
                <a:ea typeface="Cinzel Bold"/>
                <a:cs typeface="Cinzel Bold"/>
                <a:sym typeface="Cinzel Bold"/>
              </a:rPr>
              <a:t>WITH WHAT WE HAVE...</a:t>
            </a:r>
          </a:p>
          <a:p>
            <a:pPr algn="l">
              <a:lnSpc>
                <a:spcPts val="3575"/>
              </a:lnSpc>
            </a:pPr>
            <a:endParaRPr lang="en-US" sz="3029" b="1">
              <a:solidFill>
                <a:srgbClr val="071964"/>
              </a:solidFill>
              <a:latin typeface="Cinzel Bold"/>
              <a:ea typeface="Cinzel Bold"/>
              <a:cs typeface="Cinzel Bold"/>
              <a:sym typeface="Cinzel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09294" y="3172588"/>
            <a:ext cx="5543143" cy="568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endParaRPr/>
          </a:p>
          <a:p>
            <a:pPr algn="just">
              <a:lnSpc>
                <a:spcPts val="3459"/>
              </a:lnSpc>
            </a:pPr>
            <a:r>
              <a:rPr lang="en-US" sz="2470" i="1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1-Adopt a foreign standard that is more rigorous than the Colombian one.</a:t>
            </a:r>
          </a:p>
          <a:p>
            <a:pPr algn="just">
              <a:lnSpc>
                <a:spcPts val="3459"/>
              </a:lnSpc>
            </a:pPr>
            <a:r>
              <a:rPr lang="en-US" sz="2470" i="1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2.-Modernize/upgrade the model of some elevators, pursuing the energy efficiency these companies promise with each updated model (and making sure spare parts are available).</a:t>
            </a:r>
          </a:p>
          <a:p>
            <a:pPr marL="0" lvl="0" indent="0" algn="just">
              <a:lnSpc>
                <a:spcPts val="3459"/>
              </a:lnSpc>
              <a:spcBef>
                <a:spcPct val="0"/>
              </a:spcBef>
            </a:pPr>
            <a:r>
              <a:rPr lang="en-US" sz="2470" i="1">
                <a:solidFill>
                  <a:srgbClr val="12202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3-Reduce the number of elevators at the university.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5956" y="1682074"/>
            <a:ext cx="5787494" cy="957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90"/>
              </a:lnSpc>
              <a:spcBef>
                <a:spcPct val="0"/>
              </a:spcBef>
            </a:pPr>
            <a:r>
              <a:rPr lang="en-US" sz="2778" b="1">
                <a:solidFill>
                  <a:srgbClr val="1220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Viable ways to reduce costs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087887" y="1093691"/>
            <a:ext cx="1682568" cy="645533"/>
          </a:xfrm>
          <a:custGeom>
            <a:avLst/>
            <a:gdLst/>
            <a:ahLst/>
            <a:cxnLst/>
            <a:rect l="l" t="t" r="r" b="b"/>
            <a:pathLst>
              <a:path w="1682568" h="645533">
                <a:moveTo>
                  <a:pt x="0" y="0"/>
                </a:moveTo>
                <a:lnTo>
                  <a:pt x="1682568" y="0"/>
                </a:lnTo>
                <a:lnTo>
                  <a:pt x="1682568" y="645533"/>
                </a:lnTo>
                <a:lnTo>
                  <a:pt x="0" y="645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4371019" y="-1146867"/>
            <a:ext cx="13515019" cy="13462329"/>
            <a:chOff x="0" y="0"/>
            <a:chExt cx="4560570" cy="4542790"/>
          </a:xfrm>
        </p:grpSpPr>
        <p:sp>
          <p:nvSpPr>
            <p:cNvPr id="3" name="Freeform 3"/>
            <p:cNvSpPr/>
            <p:nvPr/>
          </p:nvSpPr>
          <p:spPr>
            <a:xfrm>
              <a:off x="-84" y="-84"/>
              <a:ext cx="4560739" cy="4542958"/>
            </a:xfrm>
            <a:custGeom>
              <a:avLst/>
              <a:gdLst/>
              <a:ahLst/>
              <a:cxnLst/>
              <a:rect l="l" t="t" r="r" b="b"/>
              <a:pathLst>
                <a:path w="4560739" h="4542958">
                  <a:moveTo>
                    <a:pt x="25484" y="1671404"/>
                  </a:moveTo>
                  <a:cubicBezTo>
                    <a:pt x="25484" y="1380574"/>
                    <a:pt x="259164" y="1134194"/>
                    <a:pt x="549994" y="1134194"/>
                  </a:cubicBezTo>
                  <a:cubicBezTo>
                    <a:pt x="882734" y="1136734"/>
                    <a:pt x="1155784" y="868764"/>
                    <a:pt x="1158324" y="536024"/>
                  </a:cubicBezTo>
                  <a:cubicBezTo>
                    <a:pt x="1158324" y="532214"/>
                    <a:pt x="1158324" y="527134"/>
                    <a:pt x="1158324" y="523324"/>
                  </a:cubicBezTo>
                  <a:cubicBezTo>
                    <a:pt x="1157054" y="238844"/>
                    <a:pt x="1403434" y="5164"/>
                    <a:pt x="1689184" y="84"/>
                  </a:cubicBezTo>
                  <a:cubicBezTo>
                    <a:pt x="1974934" y="-4996"/>
                    <a:pt x="2223854" y="221064"/>
                    <a:pt x="2240364" y="506814"/>
                  </a:cubicBezTo>
                  <a:cubicBezTo>
                    <a:pt x="2256874" y="792564"/>
                    <a:pt x="2047324" y="1049104"/>
                    <a:pt x="1764114" y="1080854"/>
                  </a:cubicBezTo>
                  <a:cubicBezTo>
                    <a:pt x="1706964" y="1087204"/>
                    <a:pt x="1648544" y="1084664"/>
                    <a:pt x="1592664" y="1094824"/>
                  </a:cubicBezTo>
                  <a:cubicBezTo>
                    <a:pt x="1287864" y="1151974"/>
                    <a:pt x="1087204" y="1419944"/>
                    <a:pt x="1112604" y="1731094"/>
                  </a:cubicBezTo>
                  <a:cubicBezTo>
                    <a:pt x="1138004" y="2042244"/>
                    <a:pt x="1386924" y="2254334"/>
                    <a:pt x="1691724" y="2261954"/>
                  </a:cubicBezTo>
                  <a:cubicBezTo>
                    <a:pt x="2027004" y="2269574"/>
                    <a:pt x="2269574" y="2533734"/>
                    <a:pt x="2239094" y="2858854"/>
                  </a:cubicBezTo>
                  <a:cubicBezTo>
                    <a:pt x="2213694" y="3139524"/>
                    <a:pt x="1964774" y="3356694"/>
                    <a:pt x="1680294" y="3346534"/>
                  </a:cubicBezTo>
                  <a:cubicBezTo>
                    <a:pt x="1395814" y="3336374"/>
                    <a:pt x="1157054" y="3102694"/>
                    <a:pt x="1158324" y="2820754"/>
                  </a:cubicBezTo>
                  <a:cubicBezTo>
                    <a:pt x="1160864" y="2488014"/>
                    <a:pt x="892894" y="2214964"/>
                    <a:pt x="560154" y="2212424"/>
                  </a:cubicBezTo>
                  <a:cubicBezTo>
                    <a:pt x="557614" y="2212424"/>
                    <a:pt x="555074" y="2212424"/>
                    <a:pt x="552534" y="2212424"/>
                  </a:cubicBezTo>
                  <a:cubicBezTo>
                    <a:pt x="257894" y="2213694"/>
                    <a:pt x="25484" y="1966044"/>
                    <a:pt x="25484" y="1671404"/>
                  </a:cubicBezTo>
                  <a:close/>
                  <a:moveTo>
                    <a:pt x="2875364" y="84"/>
                  </a:moveTo>
                  <a:cubicBezTo>
                    <a:pt x="3167464" y="84"/>
                    <a:pt x="3413844" y="233764"/>
                    <a:pt x="3413844" y="524594"/>
                  </a:cubicBezTo>
                  <a:cubicBezTo>
                    <a:pt x="3413844" y="877654"/>
                    <a:pt x="3709754" y="1135464"/>
                    <a:pt x="4037414" y="1132924"/>
                  </a:cubicBezTo>
                  <a:cubicBezTo>
                    <a:pt x="4321894" y="1131654"/>
                    <a:pt x="4555574" y="1378034"/>
                    <a:pt x="4560654" y="1663784"/>
                  </a:cubicBezTo>
                  <a:cubicBezTo>
                    <a:pt x="4565734" y="1953344"/>
                    <a:pt x="4342214" y="2195914"/>
                    <a:pt x="4052654" y="2214964"/>
                  </a:cubicBezTo>
                  <a:cubicBezTo>
                    <a:pt x="3765634" y="2232744"/>
                    <a:pt x="3511634" y="2021924"/>
                    <a:pt x="3479884" y="1738714"/>
                  </a:cubicBezTo>
                  <a:cubicBezTo>
                    <a:pt x="3473534" y="1681564"/>
                    <a:pt x="3476074" y="1623144"/>
                    <a:pt x="3464644" y="1567264"/>
                  </a:cubicBezTo>
                  <a:cubicBezTo>
                    <a:pt x="3407494" y="1262464"/>
                    <a:pt x="3128094" y="1061804"/>
                    <a:pt x="2815674" y="1087204"/>
                  </a:cubicBezTo>
                  <a:cubicBezTo>
                    <a:pt x="2523574" y="1111334"/>
                    <a:pt x="2293704" y="1361524"/>
                    <a:pt x="2286084" y="1666324"/>
                  </a:cubicBezTo>
                  <a:cubicBezTo>
                    <a:pt x="2278464" y="2001604"/>
                    <a:pt x="2013034" y="2244174"/>
                    <a:pt x="1689184" y="2213694"/>
                  </a:cubicBezTo>
                  <a:cubicBezTo>
                    <a:pt x="1408514" y="2188294"/>
                    <a:pt x="1191344" y="1939374"/>
                    <a:pt x="1201504" y="1654894"/>
                  </a:cubicBezTo>
                  <a:cubicBezTo>
                    <a:pt x="1211664" y="1370414"/>
                    <a:pt x="1445344" y="1131654"/>
                    <a:pt x="1726014" y="1132924"/>
                  </a:cubicBezTo>
                  <a:cubicBezTo>
                    <a:pt x="2058754" y="1136734"/>
                    <a:pt x="2330534" y="870034"/>
                    <a:pt x="2334344" y="537294"/>
                  </a:cubicBezTo>
                  <a:cubicBezTo>
                    <a:pt x="2334344" y="533484"/>
                    <a:pt x="2334344" y="530944"/>
                    <a:pt x="2334344" y="527134"/>
                  </a:cubicBezTo>
                  <a:cubicBezTo>
                    <a:pt x="2333074" y="232494"/>
                    <a:pt x="2580724" y="84"/>
                    <a:pt x="2875364" y="84"/>
                  </a:cubicBezTo>
                  <a:close/>
                  <a:moveTo>
                    <a:pt x="4547954" y="2858854"/>
                  </a:moveTo>
                  <a:cubicBezTo>
                    <a:pt x="4547954" y="3149684"/>
                    <a:pt x="4314274" y="3396064"/>
                    <a:pt x="4023444" y="3396064"/>
                  </a:cubicBezTo>
                  <a:cubicBezTo>
                    <a:pt x="3669114" y="3396064"/>
                    <a:pt x="3412574" y="3691974"/>
                    <a:pt x="3413844" y="4019634"/>
                  </a:cubicBezTo>
                  <a:cubicBezTo>
                    <a:pt x="3416384" y="4304114"/>
                    <a:pt x="3170004" y="4537794"/>
                    <a:pt x="2884254" y="4542874"/>
                  </a:cubicBezTo>
                  <a:cubicBezTo>
                    <a:pt x="2598504" y="4547954"/>
                    <a:pt x="2349584" y="4321894"/>
                    <a:pt x="2331804" y="4036144"/>
                  </a:cubicBezTo>
                  <a:cubicBezTo>
                    <a:pt x="2314024" y="3750394"/>
                    <a:pt x="2526114" y="3493854"/>
                    <a:pt x="2809324" y="3462104"/>
                  </a:cubicBezTo>
                  <a:cubicBezTo>
                    <a:pt x="2866474" y="3455754"/>
                    <a:pt x="2924894" y="3458294"/>
                    <a:pt x="2980774" y="3448134"/>
                  </a:cubicBezTo>
                  <a:cubicBezTo>
                    <a:pt x="3285574" y="3390984"/>
                    <a:pt x="3486234" y="3110314"/>
                    <a:pt x="3460834" y="2797894"/>
                  </a:cubicBezTo>
                  <a:cubicBezTo>
                    <a:pt x="3436704" y="2505794"/>
                    <a:pt x="3186514" y="2250524"/>
                    <a:pt x="2881714" y="2242904"/>
                  </a:cubicBezTo>
                  <a:cubicBezTo>
                    <a:pt x="2546434" y="2235284"/>
                    <a:pt x="2316564" y="1969854"/>
                    <a:pt x="2345774" y="1646004"/>
                  </a:cubicBezTo>
                  <a:cubicBezTo>
                    <a:pt x="2372444" y="1365334"/>
                    <a:pt x="2608664" y="1148164"/>
                    <a:pt x="2893144" y="1158324"/>
                  </a:cubicBezTo>
                  <a:cubicBezTo>
                    <a:pt x="3176354" y="1168484"/>
                    <a:pt x="3402414" y="1400894"/>
                    <a:pt x="3402414" y="1684104"/>
                  </a:cubicBezTo>
                  <a:cubicBezTo>
                    <a:pt x="3401144" y="2030814"/>
                    <a:pt x="3693244" y="2317834"/>
                    <a:pt x="4020904" y="2316564"/>
                  </a:cubicBezTo>
                  <a:cubicBezTo>
                    <a:pt x="4315544" y="2316564"/>
                    <a:pt x="4547954" y="2564214"/>
                    <a:pt x="4547954" y="2858854"/>
                  </a:cubicBezTo>
                  <a:close/>
                  <a:moveTo>
                    <a:pt x="1696804" y="4530174"/>
                  </a:moveTo>
                  <a:cubicBezTo>
                    <a:pt x="1405974" y="4530174"/>
                    <a:pt x="1159594" y="4296494"/>
                    <a:pt x="1159594" y="4005664"/>
                  </a:cubicBezTo>
                  <a:cubicBezTo>
                    <a:pt x="1159594" y="3652604"/>
                    <a:pt x="850984" y="3394794"/>
                    <a:pt x="523324" y="3397334"/>
                  </a:cubicBezTo>
                  <a:cubicBezTo>
                    <a:pt x="238844" y="3398604"/>
                    <a:pt x="5164" y="3152224"/>
                    <a:pt x="84" y="2866474"/>
                  </a:cubicBezTo>
                  <a:cubicBezTo>
                    <a:pt x="-4996" y="2580724"/>
                    <a:pt x="221064" y="2331804"/>
                    <a:pt x="506814" y="2314024"/>
                  </a:cubicBezTo>
                  <a:cubicBezTo>
                    <a:pt x="792564" y="2296244"/>
                    <a:pt x="1049104" y="2508334"/>
                    <a:pt x="1080854" y="2791544"/>
                  </a:cubicBezTo>
                  <a:cubicBezTo>
                    <a:pt x="1087204" y="2848694"/>
                    <a:pt x="1084664" y="2907114"/>
                    <a:pt x="1094824" y="2962994"/>
                  </a:cubicBezTo>
                  <a:cubicBezTo>
                    <a:pt x="1151974" y="3267794"/>
                    <a:pt x="1445344" y="3468454"/>
                    <a:pt x="1756494" y="3443054"/>
                  </a:cubicBezTo>
                  <a:cubicBezTo>
                    <a:pt x="2067644" y="3417654"/>
                    <a:pt x="2292434" y="3168734"/>
                    <a:pt x="2300054" y="2863934"/>
                  </a:cubicBezTo>
                  <a:cubicBezTo>
                    <a:pt x="2307674" y="2528654"/>
                    <a:pt x="2571834" y="2286084"/>
                    <a:pt x="2896954" y="2316564"/>
                  </a:cubicBezTo>
                  <a:cubicBezTo>
                    <a:pt x="3177624" y="2341964"/>
                    <a:pt x="3394794" y="2590884"/>
                    <a:pt x="3384634" y="2875364"/>
                  </a:cubicBezTo>
                  <a:cubicBezTo>
                    <a:pt x="3374474" y="3159843"/>
                    <a:pt x="3140794" y="3398604"/>
                    <a:pt x="2858854" y="3397334"/>
                  </a:cubicBezTo>
                  <a:cubicBezTo>
                    <a:pt x="2512144" y="3396064"/>
                    <a:pt x="2237824" y="3675464"/>
                    <a:pt x="2239094" y="4003124"/>
                  </a:cubicBezTo>
                  <a:cubicBezTo>
                    <a:pt x="2239094" y="4297764"/>
                    <a:pt x="1991444" y="4530174"/>
                    <a:pt x="1696804" y="4530174"/>
                  </a:cubicBezTo>
                  <a:close/>
                </a:path>
              </a:pathLst>
            </a:custGeom>
            <a:blipFill>
              <a:blip r:embed="rId2"/>
              <a:stretch>
                <a:fillRect l="-24763" r="-24763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4" name="Freeform 4"/>
          <p:cNvSpPr/>
          <p:nvPr/>
        </p:nvSpPr>
        <p:spPr>
          <a:xfrm>
            <a:off x="11079950" y="4029581"/>
            <a:ext cx="4680770" cy="1795822"/>
          </a:xfrm>
          <a:custGeom>
            <a:avLst/>
            <a:gdLst/>
            <a:ahLst/>
            <a:cxnLst/>
            <a:rect l="l" t="t" r="r" b="b"/>
            <a:pathLst>
              <a:path w="4680770" h="1795822">
                <a:moveTo>
                  <a:pt x="0" y="0"/>
                </a:moveTo>
                <a:lnTo>
                  <a:pt x="4680770" y="0"/>
                </a:lnTo>
                <a:lnTo>
                  <a:pt x="4680770" y="1795822"/>
                </a:lnTo>
                <a:lnTo>
                  <a:pt x="0" y="1795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3282" b="-30166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9581370" y="6409147"/>
            <a:ext cx="7677930" cy="86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2"/>
              </a:lnSpc>
            </a:pPr>
            <a:r>
              <a:rPr lang="en-US" sz="5756">
                <a:solidFill>
                  <a:srgbClr val="071964"/>
                </a:solidFill>
                <a:latin typeface="Cinzel"/>
                <a:ea typeface="Cinzel"/>
                <a:cs typeface="Cinzel"/>
                <a:sym typeface="Cinzel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539</Words>
  <Application>Microsoft Office PowerPoint</Application>
  <PresentationFormat>Personalizado</PresentationFormat>
  <Paragraphs>84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Cinzel</vt:lpstr>
      <vt:lpstr>Calibri</vt:lpstr>
      <vt:lpstr>Montserrat</vt:lpstr>
      <vt:lpstr>Montserrat Italics</vt:lpstr>
      <vt:lpstr>Montserrat Bold</vt:lpstr>
      <vt:lpstr>Cinzel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Mantenimiento Ascensores</dc:title>
  <cp:lastModifiedBy>David Zuluaga</cp:lastModifiedBy>
  <cp:revision>3</cp:revision>
  <dcterms:created xsi:type="dcterms:W3CDTF">2006-08-16T00:00:00Z</dcterms:created>
  <dcterms:modified xsi:type="dcterms:W3CDTF">2026-09-21T01:20:26Z</dcterms:modified>
  <dc:identifier>DAGOjFQjGuU</dc:identifier>
</cp:coreProperties>
</file>